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84" d="100"/>
          <a:sy n="184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DA6A8-6242-A875-94F6-3178C73D8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6BDBB-DA1D-1D89-A520-5FDE4AB74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50DB7-7DE9-648B-BF39-0D1B5A9E8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9E351-7480-BA5D-5FA5-8C5476FB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E0B9F-CF30-8386-7142-1D31652F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7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9E2FF-F84A-087F-5818-B9AF602D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0B55-96BB-4ABE-56F7-FE317F74E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63D29-24DA-1C8F-637F-BA187B05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310D4-B9AB-AEC1-108B-E31BF0D1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3F955-4A0E-F404-C2C5-5A691195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0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1470-2CD7-57C0-3B18-BCA8C215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1E4FC-0D8A-9A72-B245-5891DA9C1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327FA-EDB1-989D-8469-D296E086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CFCA7-E2BE-C958-ED16-5FD3D55A5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BCD41-1A2F-C8A1-4D30-DCC36DA6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7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DE63-DC40-6BD0-F3F0-1BFC47E0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93A1D-71EB-3246-BA0C-267E7765D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2B8A9-FFED-412F-5810-E16871802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FBBC5-D272-F842-6668-2F604A11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7D72D-35E0-2642-A1A1-4D883AFC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22ECF-DDDF-A079-22DB-AA99D601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7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B4FB-2526-26D4-AA30-5F4E38FFE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F591D-4337-0CDE-ADF7-EC016FA3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34341-06A0-3E4E-2383-350CE85E6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7DD04-F3CD-9DC8-D7B4-F62D0822B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C78B8-50AA-28FC-8A32-14CA7F1C2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B7117-128D-506C-7A02-868A2148E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606640-7118-BD0A-B008-9A119111D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DC3E38-EF99-F9A2-C719-4634811B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06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B1F-2C72-2A30-4669-ECE7C3DAB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BC05A-9E47-67FD-27ED-A327069D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FC3A4-4CA1-B0D5-323C-AF0DDFA3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2F717-801B-46A4-66BC-BC69DCC2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8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45C91-1B5E-BD60-1DC1-9D3EBF76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1CD132-5239-8E32-EF7C-A92E6171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6BD85-0066-9D1F-75F6-B400831F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8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1B91E-2B10-19DB-AFD9-659585B07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D0F86-B886-0F8F-F034-7C2626C13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B33BC-F8D7-980F-34CA-776179EDC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9F163-D392-7CF5-5522-E1714177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D58E8-FC4B-8A88-193E-71D82A7B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3C2AE-E7C9-360B-7200-5BE09233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50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B78E-7B25-4B31-8EC8-36853E6A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767DC-5E9B-CC71-F0AC-97B5B853D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B4BD3-C2CC-991F-6FCF-022F2BDB3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28298-4E20-CCF1-BC18-F66B9F8E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4925C-616E-7C9F-AA99-4B9EA64A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246BC-3FDA-8A3F-BB3E-A8DD1486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3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B7C0-3108-B86A-3F5E-08A22407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196BF-F357-8DC4-008F-6586999AE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360B8-5FE2-C604-316F-E5A9A7F6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F53A0-EB59-859C-43A4-3C2872F6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3E97A-8B48-09AE-2810-30329D86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88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936A16-2242-47FA-C37D-A730CA558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D5A31-3A13-FFEA-8811-D80536D66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4C94F-0250-E628-CFE3-ACC389CC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B1A59-0D1C-24AB-D43C-7182CD70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DE4EC-6B52-D620-4C4F-B736782EE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2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A511F-60E6-A637-6190-3B74AB95E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489B5-608E-B33D-C8DD-EBE05376B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02214-0566-94ED-DB1E-DA53F4D29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CC4A62-D7E1-5D4F-9D50-24687F71DB70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8CED7-7703-A4A4-9CA3-35F00C98B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EE8A1-709D-1389-5A05-E25E4A505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BDA59-198D-2A4A-84EF-E07B8817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89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FA20178-523D-4B0C-A775-246FE840B973}"/>
              </a:ext>
            </a:extLst>
          </p:cNvPr>
          <p:cNvGrpSpPr/>
          <p:nvPr/>
        </p:nvGrpSpPr>
        <p:grpSpPr>
          <a:xfrm>
            <a:off x="650712" y="232923"/>
            <a:ext cx="2754090" cy="2675659"/>
            <a:chOff x="650712" y="232923"/>
            <a:chExt cx="2754090" cy="267565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49E8568-D12E-2E43-99C3-26C16D362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8049"/>
            <a:stretch>
              <a:fillRect/>
            </a:stretch>
          </p:blipFill>
          <p:spPr>
            <a:xfrm>
              <a:off x="650712" y="232923"/>
              <a:ext cx="1453001" cy="267565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51D073D-CD9C-205A-6020-B4B05E00F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rcRect l="49554"/>
            <a:stretch>
              <a:fillRect/>
            </a:stretch>
          </p:blipFill>
          <p:spPr>
            <a:xfrm>
              <a:off x="2094677" y="617535"/>
              <a:ext cx="1310125" cy="2165422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CDC41CD-2E17-0EFB-BB44-B8692154E3BB}"/>
              </a:ext>
            </a:extLst>
          </p:cNvPr>
          <p:cNvSpPr txBox="1"/>
          <p:nvPr/>
        </p:nvSpPr>
        <p:spPr>
          <a:xfrm>
            <a:off x="432679" y="365718"/>
            <a:ext cx="1042273" cy="281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27" dirty="0"/>
              <a:t>6P17_D1_</a:t>
            </a:r>
            <a:r>
              <a:rPr lang="en-US" sz="1227" b="1" dirty="0"/>
              <a:t>A1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DC06733-1B16-7DA7-2CD3-9C7FD4B890A2}"/>
              </a:ext>
            </a:extLst>
          </p:cNvPr>
          <p:cNvGrpSpPr/>
          <p:nvPr/>
        </p:nvGrpSpPr>
        <p:grpSpPr>
          <a:xfrm>
            <a:off x="3547678" y="1011436"/>
            <a:ext cx="1635664" cy="898463"/>
            <a:chOff x="4624960" y="1834551"/>
            <a:chExt cx="2398974" cy="1317746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BD404AD-0962-66F8-559F-A73712108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6C1EB17-AA37-C6B2-0688-A32F4DA54555}"/>
                </a:ext>
              </a:extLst>
            </p:cNvPr>
            <p:cNvCxnSpPr>
              <a:cxnSpLocks/>
            </p:cNvCxnSpPr>
            <p:nvPr/>
          </p:nvCxnSpPr>
          <p:spPr>
            <a:xfrm>
              <a:off x="5393410" y="1875295"/>
              <a:ext cx="0" cy="1208868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BEEF03F-CD90-290C-39CB-50947C8D6D91}"/>
              </a:ext>
            </a:extLst>
          </p:cNvPr>
          <p:cNvGrpSpPr/>
          <p:nvPr/>
        </p:nvGrpSpPr>
        <p:grpSpPr>
          <a:xfrm>
            <a:off x="3384465" y="4372814"/>
            <a:ext cx="1635664" cy="898463"/>
            <a:chOff x="4624960" y="1834551"/>
            <a:chExt cx="2398974" cy="1317746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5EA1D5A-E318-FB20-BEE8-02B0900CC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C2676C-D063-C80A-2FAA-C94B154447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3766" y="1834551"/>
              <a:ext cx="142043" cy="12496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ACE5848-AD12-0D8F-A726-CC594EE01807}"/>
              </a:ext>
            </a:extLst>
          </p:cNvPr>
          <p:cNvGrpSpPr/>
          <p:nvPr/>
        </p:nvGrpSpPr>
        <p:grpSpPr>
          <a:xfrm>
            <a:off x="414050" y="3859549"/>
            <a:ext cx="2397745" cy="2037254"/>
            <a:chOff x="-56898" y="4836608"/>
            <a:chExt cx="3516692" cy="298797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4EC296F-7B2E-8CE4-D0A0-711BC6A6F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9974" t="26819" r="-1"/>
            <a:stretch>
              <a:fillRect/>
            </a:stretch>
          </p:blipFill>
          <p:spPr>
            <a:xfrm flipH="1">
              <a:off x="-56898" y="5120035"/>
              <a:ext cx="2233656" cy="270454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C2C774A-F296-DC42-5E66-17576A87E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rcRect l="44285" t="7351"/>
            <a:stretch>
              <a:fillRect/>
            </a:stretch>
          </p:blipFill>
          <p:spPr>
            <a:xfrm>
              <a:off x="1958174" y="6490951"/>
              <a:ext cx="1149082" cy="1272251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95FF98D-5805-C576-B20E-8B4CAD501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</a:blip>
            <a:srcRect l="47447" b="19977"/>
            <a:stretch>
              <a:fillRect/>
            </a:stretch>
          </p:blipFill>
          <p:spPr>
            <a:xfrm rot="560412">
              <a:off x="2189784" y="4836608"/>
              <a:ext cx="1270010" cy="1628495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A5F8AC6-9835-D435-CF31-97B7637F28CA}"/>
              </a:ext>
            </a:extLst>
          </p:cNvPr>
          <p:cNvSpPr txBox="1"/>
          <p:nvPr/>
        </p:nvSpPr>
        <p:spPr>
          <a:xfrm>
            <a:off x="406471" y="3635710"/>
            <a:ext cx="1042273" cy="281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27" dirty="0"/>
              <a:t>6P17_D1_</a:t>
            </a:r>
            <a:r>
              <a:rPr lang="en-US" sz="1227" b="1" dirty="0"/>
              <a:t>B1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642592-C95F-9EF2-C2B0-D9C66C6F9D05}"/>
              </a:ext>
            </a:extLst>
          </p:cNvPr>
          <p:cNvSpPr txBox="1"/>
          <p:nvPr/>
        </p:nvSpPr>
        <p:spPr>
          <a:xfrm>
            <a:off x="5311315" y="506301"/>
            <a:ext cx="1042273" cy="281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27" dirty="0"/>
              <a:t>6P17_D1_</a:t>
            </a:r>
            <a:r>
              <a:rPr lang="en-US" sz="1227" b="1" dirty="0"/>
              <a:t>A2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A383B3-C908-B80D-F7F9-A162725D56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433" r="8726"/>
          <a:stretch>
            <a:fillRect/>
          </a:stretch>
        </p:blipFill>
        <p:spPr>
          <a:xfrm flipH="1">
            <a:off x="6423537" y="398190"/>
            <a:ext cx="1170246" cy="26756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6B0C44-BBAC-1A35-7B90-A0F3364F8DA0}"/>
              </a:ext>
            </a:extLst>
          </p:cNvPr>
          <p:cNvSpPr txBox="1"/>
          <p:nvPr/>
        </p:nvSpPr>
        <p:spPr>
          <a:xfrm>
            <a:off x="977321" y="15785"/>
            <a:ext cx="2561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like this one for a figure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E1867-03B8-2F87-CDD1-D2E4B81161DA}"/>
              </a:ext>
            </a:extLst>
          </p:cNvPr>
          <p:cNvSpPr txBox="1"/>
          <p:nvPr/>
        </p:nvSpPr>
        <p:spPr>
          <a:xfrm>
            <a:off x="132203" y="2702349"/>
            <a:ext cx="469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Also what is this it is not in the Maruska atlas?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70C426-095B-E3F6-FF91-B4A781688222}"/>
              </a:ext>
            </a:extLst>
          </p:cNvPr>
          <p:cNvCxnSpPr>
            <a:cxnSpLocks/>
            <a:stCxn id="7" idx="1"/>
          </p:cNvCxnSpPr>
          <p:nvPr/>
        </p:nvCxnSpPr>
        <p:spPr>
          <a:xfrm flipV="1">
            <a:off x="132203" y="1980937"/>
            <a:ext cx="614098" cy="906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305DF5-C183-81F5-5B3E-92618E01D1E3}"/>
              </a:ext>
            </a:extLst>
          </p:cNvPr>
          <p:cNvCxnSpPr>
            <a:cxnSpLocks/>
          </p:cNvCxnSpPr>
          <p:nvPr/>
        </p:nvCxnSpPr>
        <p:spPr>
          <a:xfrm flipV="1">
            <a:off x="4678764" y="1977389"/>
            <a:ext cx="1596063" cy="931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C62EE830-E337-517B-F7F4-4C02D6AE5C1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 l="48419"/>
          <a:stretch>
            <a:fillRect/>
          </a:stretch>
        </p:blipFill>
        <p:spPr>
          <a:xfrm>
            <a:off x="7581257" y="712312"/>
            <a:ext cx="1467388" cy="241752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16C7B7FB-C3D0-FE29-60FD-50DF56950F2C}"/>
              </a:ext>
            </a:extLst>
          </p:cNvPr>
          <p:cNvGrpSpPr/>
          <p:nvPr/>
        </p:nvGrpSpPr>
        <p:grpSpPr>
          <a:xfrm>
            <a:off x="9186458" y="1023396"/>
            <a:ext cx="1635664" cy="898463"/>
            <a:chOff x="4624960" y="1834551"/>
            <a:chExt cx="2398974" cy="1317746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FBCC650-8D6C-1931-B5C2-8EC596CAA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BF8008D-C8FB-1B69-1DB2-7D17C52F29DB}"/>
                </a:ext>
              </a:extLst>
            </p:cNvPr>
            <p:cNvCxnSpPr>
              <a:cxnSpLocks/>
            </p:cNvCxnSpPr>
            <p:nvPr/>
          </p:nvCxnSpPr>
          <p:spPr>
            <a:xfrm>
              <a:off x="5430153" y="1875295"/>
              <a:ext cx="0" cy="1208868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43EFE0F-F35B-C25E-CCE7-FA123D37A915}"/>
              </a:ext>
            </a:extLst>
          </p:cNvPr>
          <p:cNvSpPr txBox="1"/>
          <p:nvPr/>
        </p:nvSpPr>
        <p:spPr>
          <a:xfrm>
            <a:off x="8542655" y="253623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DC98F8-8AD8-B530-F57A-0B47A3D6EA86}"/>
              </a:ext>
            </a:extLst>
          </p:cNvPr>
          <p:cNvSpPr txBox="1"/>
          <p:nvPr/>
        </p:nvSpPr>
        <p:spPr>
          <a:xfrm>
            <a:off x="3128144" y="220739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716779B-FEC6-F1F4-CEE5-14BBFF0B3D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077" t="26819" r="50784"/>
          <a:stretch>
            <a:fillRect/>
          </a:stretch>
        </p:blipFill>
        <p:spPr>
          <a:xfrm>
            <a:off x="6757766" y="4010946"/>
            <a:ext cx="1326465" cy="184400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668477D-E139-74F6-C41F-5618C9718230}"/>
              </a:ext>
            </a:extLst>
          </p:cNvPr>
          <p:cNvSpPr txBox="1"/>
          <p:nvPr/>
        </p:nvSpPr>
        <p:spPr>
          <a:xfrm>
            <a:off x="1988754" y="578284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F7C75B-7F3C-58EB-BB9B-7DEB6E0E42A8}"/>
              </a:ext>
            </a:extLst>
          </p:cNvPr>
          <p:cNvSpPr txBox="1"/>
          <p:nvPr/>
        </p:nvSpPr>
        <p:spPr>
          <a:xfrm>
            <a:off x="2533975" y="415082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B30F232-A78B-B09E-CE31-CD51DE931546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rcRect l="43563" r="16245"/>
          <a:stretch>
            <a:fillRect/>
          </a:stretch>
        </p:blipFill>
        <p:spPr>
          <a:xfrm>
            <a:off x="8012191" y="4893667"/>
            <a:ext cx="869547" cy="87441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2CDB7ED-75CD-64EF-46E6-4669BC65F5BA}"/>
              </a:ext>
            </a:extLst>
          </p:cNvPr>
          <p:cNvSpPr txBox="1"/>
          <p:nvPr/>
        </p:nvSpPr>
        <p:spPr>
          <a:xfrm>
            <a:off x="8801671" y="559817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C5D94F4-C12A-42E3-366A-AA720371F63D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rcRect l="50015" r="27543" b="37977"/>
          <a:stretch>
            <a:fillRect/>
          </a:stretch>
        </p:blipFill>
        <p:spPr>
          <a:xfrm rot="21248008">
            <a:off x="7918678" y="3810488"/>
            <a:ext cx="678117" cy="110352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981C93D-86DE-0F9F-2497-787F623DC397}"/>
              </a:ext>
            </a:extLst>
          </p:cNvPr>
          <p:cNvSpPr txBox="1"/>
          <p:nvPr/>
        </p:nvSpPr>
        <p:spPr>
          <a:xfrm>
            <a:off x="8519048" y="459220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ADB357D-EA46-42E0-9350-AF90143A8D1D}"/>
              </a:ext>
            </a:extLst>
          </p:cNvPr>
          <p:cNvGrpSpPr/>
          <p:nvPr/>
        </p:nvGrpSpPr>
        <p:grpSpPr>
          <a:xfrm rot="2363319">
            <a:off x="8233390" y="4011826"/>
            <a:ext cx="1002847" cy="610416"/>
            <a:chOff x="2354440" y="1029179"/>
            <a:chExt cx="1314477" cy="800100"/>
          </a:xfrm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E417B2A-FFF7-D98D-8454-08AC4F65570B}"/>
                </a:ext>
              </a:extLst>
            </p:cNvPr>
            <p:cNvSpPr/>
            <p:nvPr/>
          </p:nvSpPr>
          <p:spPr>
            <a:xfrm flipH="1">
              <a:off x="2354440" y="1029179"/>
              <a:ext cx="1314477" cy="800100"/>
            </a:xfrm>
            <a:custGeom>
              <a:avLst/>
              <a:gdLst>
                <a:gd name="csX0" fmla="*/ 645006 w 1314477"/>
                <a:gd name="csY0" fmla="*/ 32657 h 800100"/>
                <a:gd name="csX1" fmla="*/ 579691 w 1314477"/>
                <a:gd name="csY1" fmla="*/ 40821 h 800100"/>
                <a:gd name="csX2" fmla="*/ 465391 w 1314477"/>
                <a:gd name="csY2" fmla="*/ 48986 h 800100"/>
                <a:gd name="csX3" fmla="*/ 432734 w 1314477"/>
                <a:gd name="csY3" fmla="*/ 65314 h 800100"/>
                <a:gd name="csX4" fmla="*/ 408241 w 1314477"/>
                <a:gd name="csY4" fmla="*/ 73479 h 800100"/>
                <a:gd name="csX5" fmla="*/ 383748 w 1314477"/>
                <a:gd name="csY5" fmla="*/ 89807 h 800100"/>
                <a:gd name="csX6" fmla="*/ 310270 w 1314477"/>
                <a:gd name="csY6" fmla="*/ 122464 h 800100"/>
                <a:gd name="csX7" fmla="*/ 277613 w 1314477"/>
                <a:gd name="csY7" fmla="*/ 155121 h 800100"/>
                <a:gd name="csX8" fmla="*/ 236791 w 1314477"/>
                <a:gd name="csY8" fmla="*/ 204107 h 800100"/>
                <a:gd name="csX9" fmla="*/ 204134 w 1314477"/>
                <a:gd name="csY9" fmla="*/ 228600 h 800100"/>
                <a:gd name="csX10" fmla="*/ 171477 w 1314477"/>
                <a:gd name="csY10" fmla="*/ 261257 h 800100"/>
                <a:gd name="csX11" fmla="*/ 97998 w 1314477"/>
                <a:gd name="csY11" fmla="*/ 302079 h 800100"/>
                <a:gd name="csX12" fmla="*/ 32684 w 1314477"/>
                <a:gd name="csY12" fmla="*/ 359229 h 800100"/>
                <a:gd name="csX13" fmla="*/ 8191 w 1314477"/>
                <a:gd name="csY13" fmla="*/ 375557 h 800100"/>
                <a:gd name="csX14" fmla="*/ 27 w 1314477"/>
                <a:gd name="csY14" fmla="*/ 400050 h 800100"/>
                <a:gd name="csX15" fmla="*/ 16356 w 1314477"/>
                <a:gd name="csY15" fmla="*/ 661307 h 800100"/>
                <a:gd name="csX16" fmla="*/ 32684 w 1314477"/>
                <a:gd name="csY16" fmla="*/ 710293 h 800100"/>
                <a:gd name="csX17" fmla="*/ 57177 w 1314477"/>
                <a:gd name="csY17" fmla="*/ 767443 h 800100"/>
                <a:gd name="csX18" fmla="*/ 163313 w 1314477"/>
                <a:gd name="csY18" fmla="*/ 800100 h 800100"/>
                <a:gd name="csX19" fmla="*/ 375584 w 1314477"/>
                <a:gd name="csY19" fmla="*/ 791936 h 800100"/>
                <a:gd name="csX20" fmla="*/ 424570 w 1314477"/>
                <a:gd name="csY20" fmla="*/ 775607 h 800100"/>
                <a:gd name="csX21" fmla="*/ 449063 w 1314477"/>
                <a:gd name="csY21" fmla="*/ 759279 h 800100"/>
                <a:gd name="csX22" fmla="*/ 489884 w 1314477"/>
                <a:gd name="csY22" fmla="*/ 710293 h 800100"/>
                <a:gd name="csX23" fmla="*/ 514377 w 1314477"/>
                <a:gd name="csY23" fmla="*/ 677636 h 800100"/>
                <a:gd name="csX24" fmla="*/ 571527 w 1314477"/>
                <a:gd name="csY24" fmla="*/ 653143 h 800100"/>
                <a:gd name="csX25" fmla="*/ 612348 w 1314477"/>
                <a:gd name="csY25" fmla="*/ 636814 h 800100"/>
                <a:gd name="csX26" fmla="*/ 669498 w 1314477"/>
                <a:gd name="csY26" fmla="*/ 612321 h 800100"/>
                <a:gd name="csX27" fmla="*/ 726648 w 1314477"/>
                <a:gd name="csY27" fmla="*/ 604157 h 800100"/>
                <a:gd name="csX28" fmla="*/ 783798 w 1314477"/>
                <a:gd name="csY28" fmla="*/ 587829 h 800100"/>
                <a:gd name="csX29" fmla="*/ 840948 w 1314477"/>
                <a:gd name="csY29" fmla="*/ 571500 h 800100"/>
                <a:gd name="csX30" fmla="*/ 889934 w 1314477"/>
                <a:gd name="csY30" fmla="*/ 538843 h 800100"/>
                <a:gd name="csX31" fmla="*/ 963413 w 1314477"/>
                <a:gd name="csY31" fmla="*/ 514350 h 800100"/>
                <a:gd name="csX32" fmla="*/ 1020563 w 1314477"/>
                <a:gd name="csY32" fmla="*/ 498021 h 800100"/>
                <a:gd name="csX33" fmla="*/ 1257327 w 1314477"/>
                <a:gd name="csY33" fmla="*/ 489857 h 800100"/>
                <a:gd name="csX34" fmla="*/ 1314477 w 1314477"/>
                <a:gd name="csY34" fmla="*/ 449036 h 800100"/>
                <a:gd name="csX35" fmla="*/ 1306313 w 1314477"/>
                <a:gd name="csY35" fmla="*/ 293914 h 800100"/>
                <a:gd name="csX36" fmla="*/ 1298148 w 1314477"/>
                <a:gd name="csY36" fmla="*/ 244929 h 800100"/>
                <a:gd name="csX37" fmla="*/ 1289984 w 1314477"/>
                <a:gd name="csY37" fmla="*/ 220436 h 800100"/>
                <a:gd name="csX38" fmla="*/ 1240998 w 1314477"/>
                <a:gd name="csY38" fmla="*/ 187779 h 800100"/>
                <a:gd name="csX39" fmla="*/ 1159356 w 1314477"/>
                <a:gd name="csY39" fmla="*/ 130629 h 800100"/>
                <a:gd name="csX40" fmla="*/ 1134863 w 1314477"/>
                <a:gd name="csY40" fmla="*/ 122464 h 800100"/>
                <a:gd name="csX41" fmla="*/ 1077713 w 1314477"/>
                <a:gd name="csY41" fmla="*/ 106136 h 800100"/>
                <a:gd name="csX42" fmla="*/ 1053220 w 1314477"/>
                <a:gd name="csY42" fmla="*/ 89807 h 800100"/>
                <a:gd name="csX43" fmla="*/ 947084 w 1314477"/>
                <a:gd name="csY43" fmla="*/ 40821 h 800100"/>
                <a:gd name="csX44" fmla="*/ 898098 w 1314477"/>
                <a:gd name="csY44" fmla="*/ 24493 h 800100"/>
                <a:gd name="csX45" fmla="*/ 873606 w 1314477"/>
                <a:gd name="csY45" fmla="*/ 16329 h 800100"/>
                <a:gd name="csX46" fmla="*/ 791963 w 1314477"/>
                <a:gd name="csY46" fmla="*/ 0 h 800100"/>
                <a:gd name="csX47" fmla="*/ 481720 w 1314477"/>
                <a:gd name="csY47" fmla="*/ 8164 h 800100"/>
                <a:gd name="csX48" fmla="*/ 432734 w 1314477"/>
                <a:gd name="csY48" fmla="*/ 40821 h 800100"/>
                <a:gd name="csX49" fmla="*/ 375584 w 1314477"/>
                <a:gd name="csY49" fmla="*/ 65314 h 800100"/>
                <a:gd name="csX50" fmla="*/ 359256 w 1314477"/>
                <a:gd name="csY50" fmla="*/ 65314 h 800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314477" h="800100">
                  <a:moveTo>
                    <a:pt x="645006" y="32657"/>
                  </a:moveTo>
                  <a:cubicBezTo>
                    <a:pt x="623234" y="35378"/>
                    <a:pt x="601542" y="38835"/>
                    <a:pt x="579691" y="40821"/>
                  </a:cubicBezTo>
                  <a:cubicBezTo>
                    <a:pt x="541651" y="44279"/>
                    <a:pt x="503068" y="42706"/>
                    <a:pt x="465391" y="48986"/>
                  </a:cubicBezTo>
                  <a:cubicBezTo>
                    <a:pt x="453386" y="50987"/>
                    <a:pt x="443920" y="60520"/>
                    <a:pt x="432734" y="65314"/>
                  </a:cubicBezTo>
                  <a:cubicBezTo>
                    <a:pt x="424824" y="68704"/>
                    <a:pt x="415938" y="69630"/>
                    <a:pt x="408241" y="73479"/>
                  </a:cubicBezTo>
                  <a:cubicBezTo>
                    <a:pt x="399465" y="77867"/>
                    <a:pt x="392714" y="85822"/>
                    <a:pt x="383748" y="89807"/>
                  </a:cubicBezTo>
                  <a:cubicBezTo>
                    <a:pt x="341188" y="108723"/>
                    <a:pt x="340114" y="96883"/>
                    <a:pt x="310270" y="122464"/>
                  </a:cubicBezTo>
                  <a:cubicBezTo>
                    <a:pt x="298581" y="132483"/>
                    <a:pt x="287632" y="143433"/>
                    <a:pt x="277613" y="155121"/>
                  </a:cubicBezTo>
                  <a:cubicBezTo>
                    <a:pt x="242726" y="195822"/>
                    <a:pt x="282523" y="164908"/>
                    <a:pt x="236791" y="204107"/>
                  </a:cubicBezTo>
                  <a:cubicBezTo>
                    <a:pt x="226460" y="212962"/>
                    <a:pt x="214374" y="219640"/>
                    <a:pt x="204134" y="228600"/>
                  </a:cubicBezTo>
                  <a:cubicBezTo>
                    <a:pt x="192548" y="238737"/>
                    <a:pt x="183629" y="251806"/>
                    <a:pt x="171477" y="261257"/>
                  </a:cubicBezTo>
                  <a:cubicBezTo>
                    <a:pt x="129889" y="293603"/>
                    <a:pt x="137433" y="277433"/>
                    <a:pt x="97998" y="302079"/>
                  </a:cubicBezTo>
                  <a:cubicBezTo>
                    <a:pt x="54239" y="329428"/>
                    <a:pt x="73588" y="324168"/>
                    <a:pt x="32684" y="359229"/>
                  </a:cubicBezTo>
                  <a:cubicBezTo>
                    <a:pt x="25234" y="365615"/>
                    <a:pt x="16355" y="370114"/>
                    <a:pt x="8191" y="375557"/>
                  </a:cubicBezTo>
                  <a:cubicBezTo>
                    <a:pt x="5470" y="383721"/>
                    <a:pt x="27" y="391444"/>
                    <a:pt x="27" y="400050"/>
                  </a:cubicBezTo>
                  <a:cubicBezTo>
                    <a:pt x="27" y="424256"/>
                    <a:pt x="-1394" y="590309"/>
                    <a:pt x="16356" y="661307"/>
                  </a:cubicBezTo>
                  <a:cubicBezTo>
                    <a:pt x="20530" y="678005"/>
                    <a:pt x="28510" y="693595"/>
                    <a:pt x="32684" y="710293"/>
                  </a:cubicBezTo>
                  <a:cubicBezTo>
                    <a:pt x="38930" y="735277"/>
                    <a:pt x="38382" y="748649"/>
                    <a:pt x="57177" y="767443"/>
                  </a:cubicBezTo>
                  <a:cubicBezTo>
                    <a:pt x="84587" y="794853"/>
                    <a:pt x="128471" y="795123"/>
                    <a:pt x="163313" y="800100"/>
                  </a:cubicBezTo>
                  <a:cubicBezTo>
                    <a:pt x="234070" y="797379"/>
                    <a:pt x="305084" y="798545"/>
                    <a:pt x="375584" y="791936"/>
                  </a:cubicBezTo>
                  <a:cubicBezTo>
                    <a:pt x="392721" y="790329"/>
                    <a:pt x="410249" y="785154"/>
                    <a:pt x="424570" y="775607"/>
                  </a:cubicBezTo>
                  <a:lnTo>
                    <a:pt x="449063" y="759279"/>
                  </a:lnTo>
                  <a:cubicBezTo>
                    <a:pt x="485148" y="705150"/>
                    <a:pt x="442741" y="765293"/>
                    <a:pt x="489884" y="710293"/>
                  </a:cubicBezTo>
                  <a:cubicBezTo>
                    <a:pt x="498739" y="699962"/>
                    <a:pt x="504046" y="686491"/>
                    <a:pt x="514377" y="677636"/>
                  </a:cubicBezTo>
                  <a:cubicBezTo>
                    <a:pt x="529247" y="664891"/>
                    <a:pt x="553508" y="659900"/>
                    <a:pt x="571527" y="653143"/>
                  </a:cubicBezTo>
                  <a:cubicBezTo>
                    <a:pt x="585249" y="647997"/>
                    <a:pt x="598956" y="642766"/>
                    <a:pt x="612348" y="636814"/>
                  </a:cubicBezTo>
                  <a:cubicBezTo>
                    <a:pt x="634062" y="627163"/>
                    <a:pt x="646641" y="616893"/>
                    <a:pt x="669498" y="612321"/>
                  </a:cubicBezTo>
                  <a:cubicBezTo>
                    <a:pt x="688368" y="608547"/>
                    <a:pt x="707598" y="606878"/>
                    <a:pt x="726648" y="604157"/>
                  </a:cubicBezTo>
                  <a:cubicBezTo>
                    <a:pt x="785394" y="584576"/>
                    <a:pt x="712011" y="608340"/>
                    <a:pt x="783798" y="587829"/>
                  </a:cubicBezTo>
                  <a:cubicBezTo>
                    <a:pt x="865786" y="564403"/>
                    <a:pt x="738858" y="597022"/>
                    <a:pt x="840948" y="571500"/>
                  </a:cubicBezTo>
                  <a:cubicBezTo>
                    <a:pt x="857277" y="560614"/>
                    <a:pt x="871317" y="545049"/>
                    <a:pt x="889934" y="538843"/>
                  </a:cubicBezTo>
                  <a:lnTo>
                    <a:pt x="963413" y="514350"/>
                  </a:lnTo>
                  <a:cubicBezTo>
                    <a:pt x="976707" y="509919"/>
                    <a:pt x="1008038" y="498780"/>
                    <a:pt x="1020563" y="498021"/>
                  </a:cubicBezTo>
                  <a:cubicBezTo>
                    <a:pt x="1099387" y="493244"/>
                    <a:pt x="1178406" y="492578"/>
                    <a:pt x="1257327" y="489857"/>
                  </a:cubicBezTo>
                  <a:cubicBezTo>
                    <a:pt x="1314477" y="470808"/>
                    <a:pt x="1300870" y="489858"/>
                    <a:pt x="1314477" y="449036"/>
                  </a:cubicBezTo>
                  <a:cubicBezTo>
                    <a:pt x="1311756" y="397329"/>
                    <a:pt x="1310442" y="345528"/>
                    <a:pt x="1306313" y="293914"/>
                  </a:cubicBezTo>
                  <a:cubicBezTo>
                    <a:pt x="1304993" y="277413"/>
                    <a:pt x="1301739" y="261088"/>
                    <a:pt x="1298148" y="244929"/>
                  </a:cubicBezTo>
                  <a:cubicBezTo>
                    <a:pt x="1296281" y="236528"/>
                    <a:pt x="1296069" y="226521"/>
                    <a:pt x="1289984" y="220436"/>
                  </a:cubicBezTo>
                  <a:cubicBezTo>
                    <a:pt x="1276107" y="206559"/>
                    <a:pt x="1256698" y="199554"/>
                    <a:pt x="1240998" y="187779"/>
                  </a:cubicBezTo>
                  <a:cubicBezTo>
                    <a:pt x="1226094" y="176601"/>
                    <a:pt x="1171418" y="134650"/>
                    <a:pt x="1159356" y="130629"/>
                  </a:cubicBezTo>
                  <a:cubicBezTo>
                    <a:pt x="1151192" y="127907"/>
                    <a:pt x="1143138" y="124828"/>
                    <a:pt x="1134863" y="122464"/>
                  </a:cubicBezTo>
                  <a:cubicBezTo>
                    <a:pt x="1063076" y="101953"/>
                    <a:pt x="1136459" y="125717"/>
                    <a:pt x="1077713" y="106136"/>
                  </a:cubicBezTo>
                  <a:cubicBezTo>
                    <a:pt x="1069549" y="100693"/>
                    <a:pt x="1061834" y="94506"/>
                    <a:pt x="1053220" y="89807"/>
                  </a:cubicBezTo>
                  <a:cubicBezTo>
                    <a:pt x="1015476" y="69219"/>
                    <a:pt x="986014" y="54977"/>
                    <a:pt x="947084" y="40821"/>
                  </a:cubicBezTo>
                  <a:cubicBezTo>
                    <a:pt x="930908" y="34939"/>
                    <a:pt x="914427" y="29936"/>
                    <a:pt x="898098" y="24493"/>
                  </a:cubicBezTo>
                  <a:cubicBezTo>
                    <a:pt x="889934" y="21772"/>
                    <a:pt x="882095" y="17744"/>
                    <a:pt x="873606" y="16329"/>
                  </a:cubicBezTo>
                  <a:cubicBezTo>
                    <a:pt x="813552" y="6319"/>
                    <a:pt x="840680" y="12179"/>
                    <a:pt x="791963" y="0"/>
                  </a:cubicBezTo>
                  <a:lnTo>
                    <a:pt x="481720" y="8164"/>
                  </a:lnTo>
                  <a:cubicBezTo>
                    <a:pt x="462221" y="10380"/>
                    <a:pt x="450287" y="32044"/>
                    <a:pt x="432734" y="40821"/>
                  </a:cubicBezTo>
                  <a:cubicBezTo>
                    <a:pt x="415029" y="49674"/>
                    <a:pt x="395608" y="61309"/>
                    <a:pt x="375584" y="65314"/>
                  </a:cubicBezTo>
                  <a:cubicBezTo>
                    <a:pt x="370247" y="66381"/>
                    <a:pt x="364699" y="65314"/>
                    <a:pt x="359256" y="6531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27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12D9668-94FB-69D7-CDBA-9A0E270B05A5}"/>
                </a:ext>
              </a:extLst>
            </p:cNvPr>
            <p:cNvSpPr txBox="1"/>
            <p:nvPr/>
          </p:nvSpPr>
          <p:spPr>
            <a:xfrm>
              <a:off x="2783026" y="1126341"/>
              <a:ext cx="388890" cy="294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27" dirty="0"/>
                <a:t>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7083D0D-2B6A-DC7C-272D-F435F4F160DB}"/>
              </a:ext>
            </a:extLst>
          </p:cNvPr>
          <p:cNvGrpSpPr/>
          <p:nvPr/>
        </p:nvGrpSpPr>
        <p:grpSpPr>
          <a:xfrm>
            <a:off x="9368411" y="3916877"/>
            <a:ext cx="1635664" cy="898463"/>
            <a:chOff x="4624960" y="1834551"/>
            <a:chExt cx="2398974" cy="1317746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13BC289E-3F48-F760-72CF-EA19ABCC0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8897746-32B5-31C9-0A4E-FBF22FEBA5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7433" y="1972519"/>
              <a:ext cx="143431" cy="1111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085391A-CFB7-DDFC-EF1C-4CB8D662B75C}"/>
              </a:ext>
            </a:extLst>
          </p:cNvPr>
          <p:cNvSpPr txBox="1"/>
          <p:nvPr/>
        </p:nvSpPr>
        <p:spPr>
          <a:xfrm>
            <a:off x="5753690" y="3635133"/>
            <a:ext cx="1042273" cy="281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27" dirty="0"/>
              <a:t>6P17_D1_</a:t>
            </a:r>
            <a:r>
              <a:rPr lang="en-US" sz="1227" b="1" dirty="0"/>
              <a:t>B2</a:t>
            </a:r>
          </a:p>
        </p:txBody>
      </p:sp>
    </p:spTree>
    <p:extLst>
      <p:ext uri="{BB962C8B-B14F-4D97-AF65-F5344CB8AC3E}">
        <p14:creationId xmlns:p14="http://schemas.microsoft.com/office/powerpoint/2010/main" val="354264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5CA203-1539-C57F-AB31-BC1958CF1B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 b="11501"/>
          <a:stretch>
            <a:fillRect/>
          </a:stretch>
        </p:blipFill>
        <p:spPr>
          <a:xfrm rot="11010944" flipH="1">
            <a:off x="653374" y="675382"/>
            <a:ext cx="1155989" cy="1992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CECB35-75E4-7C4A-430D-3261FB7C1824}"/>
              </a:ext>
            </a:extLst>
          </p:cNvPr>
          <p:cNvSpPr txBox="1"/>
          <p:nvPr/>
        </p:nvSpPr>
        <p:spPr>
          <a:xfrm>
            <a:off x="6096000" y="246523"/>
            <a:ext cx="1055097" cy="281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27" dirty="0"/>
              <a:t>6P17_D1_</a:t>
            </a:r>
            <a:r>
              <a:rPr lang="en-US" sz="1227" b="1" dirty="0"/>
              <a:t>C2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27FD5D-67B1-590C-4FB0-539464F641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7924"/>
          <a:stretch>
            <a:fillRect/>
          </a:stretch>
        </p:blipFill>
        <p:spPr>
          <a:xfrm>
            <a:off x="1784208" y="1614973"/>
            <a:ext cx="1088311" cy="9380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1BA2FC-4772-4287-9768-CD8ABA5519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 l="35805" b="35033"/>
          <a:stretch>
            <a:fillRect/>
          </a:stretch>
        </p:blipFill>
        <p:spPr>
          <a:xfrm>
            <a:off x="1799332" y="893869"/>
            <a:ext cx="1275995" cy="72110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1008B61-7BF9-0B76-3D00-811F8A23928E}"/>
              </a:ext>
            </a:extLst>
          </p:cNvPr>
          <p:cNvGrpSpPr/>
          <p:nvPr/>
        </p:nvGrpSpPr>
        <p:grpSpPr>
          <a:xfrm>
            <a:off x="3245523" y="1122767"/>
            <a:ext cx="1635664" cy="898463"/>
            <a:chOff x="4624960" y="1834551"/>
            <a:chExt cx="2398974" cy="131774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AAF312B-5C0C-2B2F-952D-0C9A33959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E7ADA-59A5-C79E-D2AD-CD321F6D61A4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H="1">
              <a:off x="5302613" y="1834551"/>
              <a:ext cx="521834" cy="120261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EB273D2-134E-CF66-5EED-5EE125FA7E84}"/>
              </a:ext>
            </a:extLst>
          </p:cNvPr>
          <p:cNvGrpSpPr/>
          <p:nvPr/>
        </p:nvGrpSpPr>
        <p:grpSpPr>
          <a:xfrm>
            <a:off x="1922826" y="701713"/>
            <a:ext cx="896234" cy="545523"/>
            <a:chOff x="2354440" y="1029179"/>
            <a:chExt cx="1314477" cy="800100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5B024AA-AA8C-21F0-5C15-1DB4C3AF4DAC}"/>
                </a:ext>
              </a:extLst>
            </p:cNvPr>
            <p:cNvSpPr/>
            <p:nvPr/>
          </p:nvSpPr>
          <p:spPr>
            <a:xfrm flipH="1">
              <a:off x="2354440" y="1029179"/>
              <a:ext cx="1314477" cy="800100"/>
            </a:xfrm>
            <a:custGeom>
              <a:avLst/>
              <a:gdLst>
                <a:gd name="csX0" fmla="*/ 645006 w 1314477"/>
                <a:gd name="csY0" fmla="*/ 32657 h 800100"/>
                <a:gd name="csX1" fmla="*/ 579691 w 1314477"/>
                <a:gd name="csY1" fmla="*/ 40821 h 800100"/>
                <a:gd name="csX2" fmla="*/ 465391 w 1314477"/>
                <a:gd name="csY2" fmla="*/ 48986 h 800100"/>
                <a:gd name="csX3" fmla="*/ 432734 w 1314477"/>
                <a:gd name="csY3" fmla="*/ 65314 h 800100"/>
                <a:gd name="csX4" fmla="*/ 408241 w 1314477"/>
                <a:gd name="csY4" fmla="*/ 73479 h 800100"/>
                <a:gd name="csX5" fmla="*/ 383748 w 1314477"/>
                <a:gd name="csY5" fmla="*/ 89807 h 800100"/>
                <a:gd name="csX6" fmla="*/ 310270 w 1314477"/>
                <a:gd name="csY6" fmla="*/ 122464 h 800100"/>
                <a:gd name="csX7" fmla="*/ 277613 w 1314477"/>
                <a:gd name="csY7" fmla="*/ 155121 h 800100"/>
                <a:gd name="csX8" fmla="*/ 236791 w 1314477"/>
                <a:gd name="csY8" fmla="*/ 204107 h 800100"/>
                <a:gd name="csX9" fmla="*/ 204134 w 1314477"/>
                <a:gd name="csY9" fmla="*/ 228600 h 800100"/>
                <a:gd name="csX10" fmla="*/ 171477 w 1314477"/>
                <a:gd name="csY10" fmla="*/ 261257 h 800100"/>
                <a:gd name="csX11" fmla="*/ 97998 w 1314477"/>
                <a:gd name="csY11" fmla="*/ 302079 h 800100"/>
                <a:gd name="csX12" fmla="*/ 32684 w 1314477"/>
                <a:gd name="csY12" fmla="*/ 359229 h 800100"/>
                <a:gd name="csX13" fmla="*/ 8191 w 1314477"/>
                <a:gd name="csY13" fmla="*/ 375557 h 800100"/>
                <a:gd name="csX14" fmla="*/ 27 w 1314477"/>
                <a:gd name="csY14" fmla="*/ 400050 h 800100"/>
                <a:gd name="csX15" fmla="*/ 16356 w 1314477"/>
                <a:gd name="csY15" fmla="*/ 661307 h 800100"/>
                <a:gd name="csX16" fmla="*/ 32684 w 1314477"/>
                <a:gd name="csY16" fmla="*/ 710293 h 800100"/>
                <a:gd name="csX17" fmla="*/ 57177 w 1314477"/>
                <a:gd name="csY17" fmla="*/ 767443 h 800100"/>
                <a:gd name="csX18" fmla="*/ 163313 w 1314477"/>
                <a:gd name="csY18" fmla="*/ 800100 h 800100"/>
                <a:gd name="csX19" fmla="*/ 375584 w 1314477"/>
                <a:gd name="csY19" fmla="*/ 791936 h 800100"/>
                <a:gd name="csX20" fmla="*/ 424570 w 1314477"/>
                <a:gd name="csY20" fmla="*/ 775607 h 800100"/>
                <a:gd name="csX21" fmla="*/ 449063 w 1314477"/>
                <a:gd name="csY21" fmla="*/ 759279 h 800100"/>
                <a:gd name="csX22" fmla="*/ 489884 w 1314477"/>
                <a:gd name="csY22" fmla="*/ 710293 h 800100"/>
                <a:gd name="csX23" fmla="*/ 514377 w 1314477"/>
                <a:gd name="csY23" fmla="*/ 677636 h 800100"/>
                <a:gd name="csX24" fmla="*/ 571527 w 1314477"/>
                <a:gd name="csY24" fmla="*/ 653143 h 800100"/>
                <a:gd name="csX25" fmla="*/ 612348 w 1314477"/>
                <a:gd name="csY25" fmla="*/ 636814 h 800100"/>
                <a:gd name="csX26" fmla="*/ 669498 w 1314477"/>
                <a:gd name="csY26" fmla="*/ 612321 h 800100"/>
                <a:gd name="csX27" fmla="*/ 726648 w 1314477"/>
                <a:gd name="csY27" fmla="*/ 604157 h 800100"/>
                <a:gd name="csX28" fmla="*/ 783798 w 1314477"/>
                <a:gd name="csY28" fmla="*/ 587829 h 800100"/>
                <a:gd name="csX29" fmla="*/ 840948 w 1314477"/>
                <a:gd name="csY29" fmla="*/ 571500 h 800100"/>
                <a:gd name="csX30" fmla="*/ 889934 w 1314477"/>
                <a:gd name="csY30" fmla="*/ 538843 h 800100"/>
                <a:gd name="csX31" fmla="*/ 963413 w 1314477"/>
                <a:gd name="csY31" fmla="*/ 514350 h 800100"/>
                <a:gd name="csX32" fmla="*/ 1020563 w 1314477"/>
                <a:gd name="csY32" fmla="*/ 498021 h 800100"/>
                <a:gd name="csX33" fmla="*/ 1257327 w 1314477"/>
                <a:gd name="csY33" fmla="*/ 489857 h 800100"/>
                <a:gd name="csX34" fmla="*/ 1314477 w 1314477"/>
                <a:gd name="csY34" fmla="*/ 449036 h 800100"/>
                <a:gd name="csX35" fmla="*/ 1306313 w 1314477"/>
                <a:gd name="csY35" fmla="*/ 293914 h 800100"/>
                <a:gd name="csX36" fmla="*/ 1298148 w 1314477"/>
                <a:gd name="csY36" fmla="*/ 244929 h 800100"/>
                <a:gd name="csX37" fmla="*/ 1289984 w 1314477"/>
                <a:gd name="csY37" fmla="*/ 220436 h 800100"/>
                <a:gd name="csX38" fmla="*/ 1240998 w 1314477"/>
                <a:gd name="csY38" fmla="*/ 187779 h 800100"/>
                <a:gd name="csX39" fmla="*/ 1159356 w 1314477"/>
                <a:gd name="csY39" fmla="*/ 130629 h 800100"/>
                <a:gd name="csX40" fmla="*/ 1134863 w 1314477"/>
                <a:gd name="csY40" fmla="*/ 122464 h 800100"/>
                <a:gd name="csX41" fmla="*/ 1077713 w 1314477"/>
                <a:gd name="csY41" fmla="*/ 106136 h 800100"/>
                <a:gd name="csX42" fmla="*/ 1053220 w 1314477"/>
                <a:gd name="csY42" fmla="*/ 89807 h 800100"/>
                <a:gd name="csX43" fmla="*/ 947084 w 1314477"/>
                <a:gd name="csY43" fmla="*/ 40821 h 800100"/>
                <a:gd name="csX44" fmla="*/ 898098 w 1314477"/>
                <a:gd name="csY44" fmla="*/ 24493 h 800100"/>
                <a:gd name="csX45" fmla="*/ 873606 w 1314477"/>
                <a:gd name="csY45" fmla="*/ 16329 h 800100"/>
                <a:gd name="csX46" fmla="*/ 791963 w 1314477"/>
                <a:gd name="csY46" fmla="*/ 0 h 800100"/>
                <a:gd name="csX47" fmla="*/ 481720 w 1314477"/>
                <a:gd name="csY47" fmla="*/ 8164 h 800100"/>
                <a:gd name="csX48" fmla="*/ 432734 w 1314477"/>
                <a:gd name="csY48" fmla="*/ 40821 h 800100"/>
                <a:gd name="csX49" fmla="*/ 375584 w 1314477"/>
                <a:gd name="csY49" fmla="*/ 65314 h 800100"/>
                <a:gd name="csX50" fmla="*/ 359256 w 1314477"/>
                <a:gd name="csY50" fmla="*/ 65314 h 800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314477" h="800100">
                  <a:moveTo>
                    <a:pt x="645006" y="32657"/>
                  </a:moveTo>
                  <a:cubicBezTo>
                    <a:pt x="623234" y="35378"/>
                    <a:pt x="601542" y="38835"/>
                    <a:pt x="579691" y="40821"/>
                  </a:cubicBezTo>
                  <a:cubicBezTo>
                    <a:pt x="541651" y="44279"/>
                    <a:pt x="503068" y="42706"/>
                    <a:pt x="465391" y="48986"/>
                  </a:cubicBezTo>
                  <a:cubicBezTo>
                    <a:pt x="453386" y="50987"/>
                    <a:pt x="443920" y="60520"/>
                    <a:pt x="432734" y="65314"/>
                  </a:cubicBezTo>
                  <a:cubicBezTo>
                    <a:pt x="424824" y="68704"/>
                    <a:pt x="415938" y="69630"/>
                    <a:pt x="408241" y="73479"/>
                  </a:cubicBezTo>
                  <a:cubicBezTo>
                    <a:pt x="399465" y="77867"/>
                    <a:pt x="392714" y="85822"/>
                    <a:pt x="383748" y="89807"/>
                  </a:cubicBezTo>
                  <a:cubicBezTo>
                    <a:pt x="341188" y="108723"/>
                    <a:pt x="340114" y="96883"/>
                    <a:pt x="310270" y="122464"/>
                  </a:cubicBezTo>
                  <a:cubicBezTo>
                    <a:pt x="298581" y="132483"/>
                    <a:pt x="287632" y="143433"/>
                    <a:pt x="277613" y="155121"/>
                  </a:cubicBezTo>
                  <a:cubicBezTo>
                    <a:pt x="242726" y="195822"/>
                    <a:pt x="282523" y="164908"/>
                    <a:pt x="236791" y="204107"/>
                  </a:cubicBezTo>
                  <a:cubicBezTo>
                    <a:pt x="226460" y="212962"/>
                    <a:pt x="214374" y="219640"/>
                    <a:pt x="204134" y="228600"/>
                  </a:cubicBezTo>
                  <a:cubicBezTo>
                    <a:pt x="192548" y="238737"/>
                    <a:pt x="183629" y="251806"/>
                    <a:pt x="171477" y="261257"/>
                  </a:cubicBezTo>
                  <a:cubicBezTo>
                    <a:pt x="129889" y="293603"/>
                    <a:pt x="137433" y="277433"/>
                    <a:pt x="97998" y="302079"/>
                  </a:cubicBezTo>
                  <a:cubicBezTo>
                    <a:pt x="54239" y="329428"/>
                    <a:pt x="73588" y="324168"/>
                    <a:pt x="32684" y="359229"/>
                  </a:cubicBezTo>
                  <a:cubicBezTo>
                    <a:pt x="25234" y="365615"/>
                    <a:pt x="16355" y="370114"/>
                    <a:pt x="8191" y="375557"/>
                  </a:cubicBezTo>
                  <a:cubicBezTo>
                    <a:pt x="5470" y="383721"/>
                    <a:pt x="27" y="391444"/>
                    <a:pt x="27" y="400050"/>
                  </a:cubicBezTo>
                  <a:cubicBezTo>
                    <a:pt x="27" y="424256"/>
                    <a:pt x="-1394" y="590309"/>
                    <a:pt x="16356" y="661307"/>
                  </a:cubicBezTo>
                  <a:cubicBezTo>
                    <a:pt x="20530" y="678005"/>
                    <a:pt x="28510" y="693595"/>
                    <a:pt x="32684" y="710293"/>
                  </a:cubicBezTo>
                  <a:cubicBezTo>
                    <a:pt x="38930" y="735277"/>
                    <a:pt x="38382" y="748649"/>
                    <a:pt x="57177" y="767443"/>
                  </a:cubicBezTo>
                  <a:cubicBezTo>
                    <a:pt x="84587" y="794853"/>
                    <a:pt x="128471" y="795123"/>
                    <a:pt x="163313" y="800100"/>
                  </a:cubicBezTo>
                  <a:cubicBezTo>
                    <a:pt x="234070" y="797379"/>
                    <a:pt x="305084" y="798545"/>
                    <a:pt x="375584" y="791936"/>
                  </a:cubicBezTo>
                  <a:cubicBezTo>
                    <a:pt x="392721" y="790329"/>
                    <a:pt x="410249" y="785154"/>
                    <a:pt x="424570" y="775607"/>
                  </a:cubicBezTo>
                  <a:lnTo>
                    <a:pt x="449063" y="759279"/>
                  </a:lnTo>
                  <a:cubicBezTo>
                    <a:pt x="485148" y="705150"/>
                    <a:pt x="442741" y="765293"/>
                    <a:pt x="489884" y="710293"/>
                  </a:cubicBezTo>
                  <a:cubicBezTo>
                    <a:pt x="498739" y="699962"/>
                    <a:pt x="504046" y="686491"/>
                    <a:pt x="514377" y="677636"/>
                  </a:cubicBezTo>
                  <a:cubicBezTo>
                    <a:pt x="529247" y="664891"/>
                    <a:pt x="553508" y="659900"/>
                    <a:pt x="571527" y="653143"/>
                  </a:cubicBezTo>
                  <a:cubicBezTo>
                    <a:pt x="585249" y="647997"/>
                    <a:pt x="598956" y="642766"/>
                    <a:pt x="612348" y="636814"/>
                  </a:cubicBezTo>
                  <a:cubicBezTo>
                    <a:pt x="634062" y="627163"/>
                    <a:pt x="646641" y="616893"/>
                    <a:pt x="669498" y="612321"/>
                  </a:cubicBezTo>
                  <a:cubicBezTo>
                    <a:pt x="688368" y="608547"/>
                    <a:pt x="707598" y="606878"/>
                    <a:pt x="726648" y="604157"/>
                  </a:cubicBezTo>
                  <a:cubicBezTo>
                    <a:pt x="785394" y="584576"/>
                    <a:pt x="712011" y="608340"/>
                    <a:pt x="783798" y="587829"/>
                  </a:cubicBezTo>
                  <a:cubicBezTo>
                    <a:pt x="865786" y="564403"/>
                    <a:pt x="738858" y="597022"/>
                    <a:pt x="840948" y="571500"/>
                  </a:cubicBezTo>
                  <a:cubicBezTo>
                    <a:pt x="857277" y="560614"/>
                    <a:pt x="871317" y="545049"/>
                    <a:pt x="889934" y="538843"/>
                  </a:cubicBezTo>
                  <a:lnTo>
                    <a:pt x="963413" y="514350"/>
                  </a:lnTo>
                  <a:cubicBezTo>
                    <a:pt x="976707" y="509919"/>
                    <a:pt x="1008038" y="498780"/>
                    <a:pt x="1020563" y="498021"/>
                  </a:cubicBezTo>
                  <a:cubicBezTo>
                    <a:pt x="1099387" y="493244"/>
                    <a:pt x="1178406" y="492578"/>
                    <a:pt x="1257327" y="489857"/>
                  </a:cubicBezTo>
                  <a:cubicBezTo>
                    <a:pt x="1314477" y="470808"/>
                    <a:pt x="1300870" y="489858"/>
                    <a:pt x="1314477" y="449036"/>
                  </a:cubicBezTo>
                  <a:cubicBezTo>
                    <a:pt x="1311756" y="397329"/>
                    <a:pt x="1310442" y="345528"/>
                    <a:pt x="1306313" y="293914"/>
                  </a:cubicBezTo>
                  <a:cubicBezTo>
                    <a:pt x="1304993" y="277413"/>
                    <a:pt x="1301739" y="261088"/>
                    <a:pt x="1298148" y="244929"/>
                  </a:cubicBezTo>
                  <a:cubicBezTo>
                    <a:pt x="1296281" y="236528"/>
                    <a:pt x="1296069" y="226521"/>
                    <a:pt x="1289984" y="220436"/>
                  </a:cubicBezTo>
                  <a:cubicBezTo>
                    <a:pt x="1276107" y="206559"/>
                    <a:pt x="1256698" y="199554"/>
                    <a:pt x="1240998" y="187779"/>
                  </a:cubicBezTo>
                  <a:cubicBezTo>
                    <a:pt x="1226094" y="176601"/>
                    <a:pt x="1171418" y="134650"/>
                    <a:pt x="1159356" y="130629"/>
                  </a:cubicBezTo>
                  <a:cubicBezTo>
                    <a:pt x="1151192" y="127907"/>
                    <a:pt x="1143138" y="124828"/>
                    <a:pt x="1134863" y="122464"/>
                  </a:cubicBezTo>
                  <a:cubicBezTo>
                    <a:pt x="1063076" y="101953"/>
                    <a:pt x="1136459" y="125717"/>
                    <a:pt x="1077713" y="106136"/>
                  </a:cubicBezTo>
                  <a:cubicBezTo>
                    <a:pt x="1069549" y="100693"/>
                    <a:pt x="1061834" y="94506"/>
                    <a:pt x="1053220" y="89807"/>
                  </a:cubicBezTo>
                  <a:cubicBezTo>
                    <a:pt x="1015476" y="69219"/>
                    <a:pt x="986014" y="54977"/>
                    <a:pt x="947084" y="40821"/>
                  </a:cubicBezTo>
                  <a:cubicBezTo>
                    <a:pt x="930908" y="34939"/>
                    <a:pt x="914427" y="29936"/>
                    <a:pt x="898098" y="24493"/>
                  </a:cubicBezTo>
                  <a:cubicBezTo>
                    <a:pt x="889934" y="21772"/>
                    <a:pt x="882095" y="17744"/>
                    <a:pt x="873606" y="16329"/>
                  </a:cubicBezTo>
                  <a:cubicBezTo>
                    <a:pt x="813552" y="6319"/>
                    <a:pt x="840680" y="12179"/>
                    <a:pt x="791963" y="0"/>
                  </a:cubicBezTo>
                  <a:lnTo>
                    <a:pt x="481720" y="8164"/>
                  </a:lnTo>
                  <a:cubicBezTo>
                    <a:pt x="462221" y="10380"/>
                    <a:pt x="450287" y="32044"/>
                    <a:pt x="432734" y="40821"/>
                  </a:cubicBezTo>
                  <a:cubicBezTo>
                    <a:pt x="415029" y="49674"/>
                    <a:pt x="395608" y="61309"/>
                    <a:pt x="375584" y="65314"/>
                  </a:cubicBezTo>
                  <a:cubicBezTo>
                    <a:pt x="370247" y="66381"/>
                    <a:pt x="364699" y="65314"/>
                    <a:pt x="359256" y="6531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27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AD8893-31E9-7FED-CA79-894A9C580FBA}"/>
                </a:ext>
              </a:extLst>
            </p:cNvPr>
            <p:cNvSpPr txBox="1"/>
            <p:nvPr/>
          </p:nvSpPr>
          <p:spPr>
            <a:xfrm>
              <a:off x="2783027" y="1126341"/>
              <a:ext cx="544320" cy="412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27" dirty="0"/>
                <a:t>OT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7FCF0DCE-B2B2-5133-011B-B43A0496E2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781" r="-1"/>
          <a:stretch>
            <a:fillRect/>
          </a:stretch>
        </p:blipFill>
        <p:spPr>
          <a:xfrm flipH="1">
            <a:off x="352557" y="2983004"/>
            <a:ext cx="1446775" cy="226002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5747174-D7F1-0D53-4608-51247FAD97DD}"/>
              </a:ext>
            </a:extLst>
          </p:cNvPr>
          <p:cNvSpPr txBox="1"/>
          <p:nvPr/>
        </p:nvSpPr>
        <p:spPr>
          <a:xfrm>
            <a:off x="2692665" y="4760213"/>
            <a:ext cx="268022" cy="281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27" dirty="0"/>
              <a:t>8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CBAD2BF-D100-D323-6EAD-F42F4244C5C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 l="5985"/>
          <a:stretch>
            <a:fillRect/>
          </a:stretch>
        </p:blipFill>
        <p:spPr>
          <a:xfrm>
            <a:off x="1736027" y="3959377"/>
            <a:ext cx="1023171" cy="128365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B6D939D9-1ABF-74F8-7D71-BABE43A07F5C}"/>
              </a:ext>
            </a:extLst>
          </p:cNvPr>
          <p:cNvGrpSpPr/>
          <p:nvPr/>
        </p:nvGrpSpPr>
        <p:grpSpPr>
          <a:xfrm>
            <a:off x="1806222" y="3318840"/>
            <a:ext cx="1254436" cy="763554"/>
            <a:chOff x="2354440" y="1029179"/>
            <a:chExt cx="1314477" cy="800100"/>
          </a:xfrm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159A1A08-296A-032D-A92D-0994B16EAD62}"/>
                </a:ext>
              </a:extLst>
            </p:cNvPr>
            <p:cNvSpPr/>
            <p:nvPr/>
          </p:nvSpPr>
          <p:spPr>
            <a:xfrm flipH="1">
              <a:off x="2354440" y="1029179"/>
              <a:ext cx="1314477" cy="800100"/>
            </a:xfrm>
            <a:custGeom>
              <a:avLst/>
              <a:gdLst>
                <a:gd name="csX0" fmla="*/ 645006 w 1314477"/>
                <a:gd name="csY0" fmla="*/ 32657 h 800100"/>
                <a:gd name="csX1" fmla="*/ 579691 w 1314477"/>
                <a:gd name="csY1" fmla="*/ 40821 h 800100"/>
                <a:gd name="csX2" fmla="*/ 465391 w 1314477"/>
                <a:gd name="csY2" fmla="*/ 48986 h 800100"/>
                <a:gd name="csX3" fmla="*/ 432734 w 1314477"/>
                <a:gd name="csY3" fmla="*/ 65314 h 800100"/>
                <a:gd name="csX4" fmla="*/ 408241 w 1314477"/>
                <a:gd name="csY4" fmla="*/ 73479 h 800100"/>
                <a:gd name="csX5" fmla="*/ 383748 w 1314477"/>
                <a:gd name="csY5" fmla="*/ 89807 h 800100"/>
                <a:gd name="csX6" fmla="*/ 310270 w 1314477"/>
                <a:gd name="csY6" fmla="*/ 122464 h 800100"/>
                <a:gd name="csX7" fmla="*/ 277613 w 1314477"/>
                <a:gd name="csY7" fmla="*/ 155121 h 800100"/>
                <a:gd name="csX8" fmla="*/ 236791 w 1314477"/>
                <a:gd name="csY8" fmla="*/ 204107 h 800100"/>
                <a:gd name="csX9" fmla="*/ 204134 w 1314477"/>
                <a:gd name="csY9" fmla="*/ 228600 h 800100"/>
                <a:gd name="csX10" fmla="*/ 171477 w 1314477"/>
                <a:gd name="csY10" fmla="*/ 261257 h 800100"/>
                <a:gd name="csX11" fmla="*/ 97998 w 1314477"/>
                <a:gd name="csY11" fmla="*/ 302079 h 800100"/>
                <a:gd name="csX12" fmla="*/ 32684 w 1314477"/>
                <a:gd name="csY12" fmla="*/ 359229 h 800100"/>
                <a:gd name="csX13" fmla="*/ 8191 w 1314477"/>
                <a:gd name="csY13" fmla="*/ 375557 h 800100"/>
                <a:gd name="csX14" fmla="*/ 27 w 1314477"/>
                <a:gd name="csY14" fmla="*/ 400050 h 800100"/>
                <a:gd name="csX15" fmla="*/ 16356 w 1314477"/>
                <a:gd name="csY15" fmla="*/ 661307 h 800100"/>
                <a:gd name="csX16" fmla="*/ 32684 w 1314477"/>
                <a:gd name="csY16" fmla="*/ 710293 h 800100"/>
                <a:gd name="csX17" fmla="*/ 57177 w 1314477"/>
                <a:gd name="csY17" fmla="*/ 767443 h 800100"/>
                <a:gd name="csX18" fmla="*/ 163313 w 1314477"/>
                <a:gd name="csY18" fmla="*/ 800100 h 800100"/>
                <a:gd name="csX19" fmla="*/ 375584 w 1314477"/>
                <a:gd name="csY19" fmla="*/ 791936 h 800100"/>
                <a:gd name="csX20" fmla="*/ 424570 w 1314477"/>
                <a:gd name="csY20" fmla="*/ 775607 h 800100"/>
                <a:gd name="csX21" fmla="*/ 449063 w 1314477"/>
                <a:gd name="csY21" fmla="*/ 759279 h 800100"/>
                <a:gd name="csX22" fmla="*/ 489884 w 1314477"/>
                <a:gd name="csY22" fmla="*/ 710293 h 800100"/>
                <a:gd name="csX23" fmla="*/ 514377 w 1314477"/>
                <a:gd name="csY23" fmla="*/ 677636 h 800100"/>
                <a:gd name="csX24" fmla="*/ 571527 w 1314477"/>
                <a:gd name="csY24" fmla="*/ 653143 h 800100"/>
                <a:gd name="csX25" fmla="*/ 612348 w 1314477"/>
                <a:gd name="csY25" fmla="*/ 636814 h 800100"/>
                <a:gd name="csX26" fmla="*/ 669498 w 1314477"/>
                <a:gd name="csY26" fmla="*/ 612321 h 800100"/>
                <a:gd name="csX27" fmla="*/ 726648 w 1314477"/>
                <a:gd name="csY27" fmla="*/ 604157 h 800100"/>
                <a:gd name="csX28" fmla="*/ 783798 w 1314477"/>
                <a:gd name="csY28" fmla="*/ 587829 h 800100"/>
                <a:gd name="csX29" fmla="*/ 840948 w 1314477"/>
                <a:gd name="csY29" fmla="*/ 571500 h 800100"/>
                <a:gd name="csX30" fmla="*/ 889934 w 1314477"/>
                <a:gd name="csY30" fmla="*/ 538843 h 800100"/>
                <a:gd name="csX31" fmla="*/ 963413 w 1314477"/>
                <a:gd name="csY31" fmla="*/ 514350 h 800100"/>
                <a:gd name="csX32" fmla="*/ 1020563 w 1314477"/>
                <a:gd name="csY32" fmla="*/ 498021 h 800100"/>
                <a:gd name="csX33" fmla="*/ 1257327 w 1314477"/>
                <a:gd name="csY33" fmla="*/ 489857 h 800100"/>
                <a:gd name="csX34" fmla="*/ 1314477 w 1314477"/>
                <a:gd name="csY34" fmla="*/ 449036 h 800100"/>
                <a:gd name="csX35" fmla="*/ 1306313 w 1314477"/>
                <a:gd name="csY35" fmla="*/ 293914 h 800100"/>
                <a:gd name="csX36" fmla="*/ 1298148 w 1314477"/>
                <a:gd name="csY36" fmla="*/ 244929 h 800100"/>
                <a:gd name="csX37" fmla="*/ 1289984 w 1314477"/>
                <a:gd name="csY37" fmla="*/ 220436 h 800100"/>
                <a:gd name="csX38" fmla="*/ 1240998 w 1314477"/>
                <a:gd name="csY38" fmla="*/ 187779 h 800100"/>
                <a:gd name="csX39" fmla="*/ 1159356 w 1314477"/>
                <a:gd name="csY39" fmla="*/ 130629 h 800100"/>
                <a:gd name="csX40" fmla="*/ 1134863 w 1314477"/>
                <a:gd name="csY40" fmla="*/ 122464 h 800100"/>
                <a:gd name="csX41" fmla="*/ 1077713 w 1314477"/>
                <a:gd name="csY41" fmla="*/ 106136 h 800100"/>
                <a:gd name="csX42" fmla="*/ 1053220 w 1314477"/>
                <a:gd name="csY42" fmla="*/ 89807 h 800100"/>
                <a:gd name="csX43" fmla="*/ 947084 w 1314477"/>
                <a:gd name="csY43" fmla="*/ 40821 h 800100"/>
                <a:gd name="csX44" fmla="*/ 898098 w 1314477"/>
                <a:gd name="csY44" fmla="*/ 24493 h 800100"/>
                <a:gd name="csX45" fmla="*/ 873606 w 1314477"/>
                <a:gd name="csY45" fmla="*/ 16329 h 800100"/>
                <a:gd name="csX46" fmla="*/ 791963 w 1314477"/>
                <a:gd name="csY46" fmla="*/ 0 h 800100"/>
                <a:gd name="csX47" fmla="*/ 481720 w 1314477"/>
                <a:gd name="csY47" fmla="*/ 8164 h 800100"/>
                <a:gd name="csX48" fmla="*/ 432734 w 1314477"/>
                <a:gd name="csY48" fmla="*/ 40821 h 800100"/>
                <a:gd name="csX49" fmla="*/ 375584 w 1314477"/>
                <a:gd name="csY49" fmla="*/ 65314 h 800100"/>
                <a:gd name="csX50" fmla="*/ 359256 w 1314477"/>
                <a:gd name="csY50" fmla="*/ 65314 h 800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314477" h="800100">
                  <a:moveTo>
                    <a:pt x="645006" y="32657"/>
                  </a:moveTo>
                  <a:cubicBezTo>
                    <a:pt x="623234" y="35378"/>
                    <a:pt x="601542" y="38835"/>
                    <a:pt x="579691" y="40821"/>
                  </a:cubicBezTo>
                  <a:cubicBezTo>
                    <a:pt x="541651" y="44279"/>
                    <a:pt x="503068" y="42706"/>
                    <a:pt x="465391" y="48986"/>
                  </a:cubicBezTo>
                  <a:cubicBezTo>
                    <a:pt x="453386" y="50987"/>
                    <a:pt x="443920" y="60520"/>
                    <a:pt x="432734" y="65314"/>
                  </a:cubicBezTo>
                  <a:cubicBezTo>
                    <a:pt x="424824" y="68704"/>
                    <a:pt x="415938" y="69630"/>
                    <a:pt x="408241" y="73479"/>
                  </a:cubicBezTo>
                  <a:cubicBezTo>
                    <a:pt x="399465" y="77867"/>
                    <a:pt x="392714" y="85822"/>
                    <a:pt x="383748" y="89807"/>
                  </a:cubicBezTo>
                  <a:cubicBezTo>
                    <a:pt x="341188" y="108723"/>
                    <a:pt x="340114" y="96883"/>
                    <a:pt x="310270" y="122464"/>
                  </a:cubicBezTo>
                  <a:cubicBezTo>
                    <a:pt x="298581" y="132483"/>
                    <a:pt x="287632" y="143433"/>
                    <a:pt x="277613" y="155121"/>
                  </a:cubicBezTo>
                  <a:cubicBezTo>
                    <a:pt x="242726" y="195822"/>
                    <a:pt x="282523" y="164908"/>
                    <a:pt x="236791" y="204107"/>
                  </a:cubicBezTo>
                  <a:cubicBezTo>
                    <a:pt x="226460" y="212962"/>
                    <a:pt x="214374" y="219640"/>
                    <a:pt x="204134" y="228600"/>
                  </a:cubicBezTo>
                  <a:cubicBezTo>
                    <a:pt x="192548" y="238737"/>
                    <a:pt x="183629" y="251806"/>
                    <a:pt x="171477" y="261257"/>
                  </a:cubicBezTo>
                  <a:cubicBezTo>
                    <a:pt x="129889" y="293603"/>
                    <a:pt x="137433" y="277433"/>
                    <a:pt x="97998" y="302079"/>
                  </a:cubicBezTo>
                  <a:cubicBezTo>
                    <a:pt x="54239" y="329428"/>
                    <a:pt x="73588" y="324168"/>
                    <a:pt x="32684" y="359229"/>
                  </a:cubicBezTo>
                  <a:cubicBezTo>
                    <a:pt x="25234" y="365615"/>
                    <a:pt x="16355" y="370114"/>
                    <a:pt x="8191" y="375557"/>
                  </a:cubicBezTo>
                  <a:cubicBezTo>
                    <a:pt x="5470" y="383721"/>
                    <a:pt x="27" y="391444"/>
                    <a:pt x="27" y="400050"/>
                  </a:cubicBezTo>
                  <a:cubicBezTo>
                    <a:pt x="27" y="424256"/>
                    <a:pt x="-1394" y="590309"/>
                    <a:pt x="16356" y="661307"/>
                  </a:cubicBezTo>
                  <a:cubicBezTo>
                    <a:pt x="20530" y="678005"/>
                    <a:pt x="28510" y="693595"/>
                    <a:pt x="32684" y="710293"/>
                  </a:cubicBezTo>
                  <a:cubicBezTo>
                    <a:pt x="38930" y="735277"/>
                    <a:pt x="38382" y="748649"/>
                    <a:pt x="57177" y="767443"/>
                  </a:cubicBezTo>
                  <a:cubicBezTo>
                    <a:pt x="84587" y="794853"/>
                    <a:pt x="128471" y="795123"/>
                    <a:pt x="163313" y="800100"/>
                  </a:cubicBezTo>
                  <a:cubicBezTo>
                    <a:pt x="234070" y="797379"/>
                    <a:pt x="305084" y="798545"/>
                    <a:pt x="375584" y="791936"/>
                  </a:cubicBezTo>
                  <a:cubicBezTo>
                    <a:pt x="392721" y="790329"/>
                    <a:pt x="410249" y="785154"/>
                    <a:pt x="424570" y="775607"/>
                  </a:cubicBezTo>
                  <a:lnTo>
                    <a:pt x="449063" y="759279"/>
                  </a:lnTo>
                  <a:cubicBezTo>
                    <a:pt x="485148" y="705150"/>
                    <a:pt x="442741" y="765293"/>
                    <a:pt x="489884" y="710293"/>
                  </a:cubicBezTo>
                  <a:cubicBezTo>
                    <a:pt x="498739" y="699962"/>
                    <a:pt x="504046" y="686491"/>
                    <a:pt x="514377" y="677636"/>
                  </a:cubicBezTo>
                  <a:cubicBezTo>
                    <a:pt x="529247" y="664891"/>
                    <a:pt x="553508" y="659900"/>
                    <a:pt x="571527" y="653143"/>
                  </a:cubicBezTo>
                  <a:cubicBezTo>
                    <a:pt x="585249" y="647997"/>
                    <a:pt x="598956" y="642766"/>
                    <a:pt x="612348" y="636814"/>
                  </a:cubicBezTo>
                  <a:cubicBezTo>
                    <a:pt x="634062" y="627163"/>
                    <a:pt x="646641" y="616893"/>
                    <a:pt x="669498" y="612321"/>
                  </a:cubicBezTo>
                  <a:cubicBezTo>
                    <a:pt x="688368" y="608547"/>
                    <a:pt x="707598" y="606878"/>
                    <a:pt x="726648" y="604157"/>
                  </a:cubicBezTo>
                  <a:cubicBezTo>
                    <a:pt x="785394" y="584576"/>
                    <a:pt x="712011" y="608340"/>
                    <a:pt x="783798" y="587829"/>
                  </a:cubicBezTo>
                  <a:cubicBezTo>
                    <a:pt x="865786" y="564403"/>
                    <a:pt x="738858" y="597022"/>
                    <a:pt x="840948" y="571500"/>
                  </a:cubicBezTo>
                  <a:cubicBezTo>
                    <a:pt x="857277" y="560614"/>
                    <a:pt x="871317" y="545049"/>
                    <a:pt x="889934" y="538843"/>
                  </a:cubicBezTo>
                  <a:lnTo>
                    <a:pt x="963413" y="514350"/>
                  </a:lnTo>
                  <a:cubicBezTo>
                    <a:pt x="976707" y="509919"/>
                    <a:pt x="1008038" y="498780"/>
                    <a:pt x="1020563" y="498021"/>
                  </a:cubicBezTo>
                  <a:cubicBezTo>
                    <a:pt x="1099387" y="493244"/>
                    <a:pt x="1178406" y="492578"/>
                    <a:pt x="1257327" y="489857"/>
                  </a:cubicBezTo>
                  <a:cubicBezTo>
                    <a:pt x="1314477" y="470808"/>
                    <a:pt x="1300870" y="489858"/>
                    <a:pt x="1314477" y="449036"/>
                  </a:cubicBezTo>
                  <a:cubicBezTo>
                    <a:pt x="1311756" y="397329"/>
                    <a:pt x="1310442" y="345528"/>
                    <a:pt x="1306313" y="293914"/>
                  </a:cubicBezTo>
                  <a:cubicBezTo>
                    <a:pt x="1304993" y="277413"/>
                    <a:pt x="1301739" y="261088"/>
                    <a:pt x="1298148" y="244929"/>
                  </a:cubicBezTo>
                  <a:cubicBezTo>
                    <a:pt x="1296281" y="236528"/>
                    <a:pt x="1296069" y="226521"/>
                    <a:pt x="1289984" y="220436"/>
                  </a:cubicBezTo>
                  <a:cubicBezTo>
                    <a:pt x="1276107" y="206559"/>
                    <a:pt x="1256698" y="199554"/>
                    <a:pt x="1240998" y="187779"/>
                  </a:cubicBezTo>
                  <a:cubicBezTo>
                    <a:pt x="1226094" y="176601"/>
                    <a:pt x="1171418" y="134650"/>
                    <a:pt x="1159356" y="130629"/>
                  </a:cubicBezTo>
                  <a:cubicBezTo>
                    <a:pt x="1151192" y="127907"/>
                    <a:pt x="1143138" y="124828"/>
                    <a:pt x="1134863" y="122464"/>
                  </a:cubicBezTo>
                  <a:cubicBezTo>
                    <a:pt x="1063076" y="101953"/>
                    <a:pt x="1136459" y="125717"/>
                    <a:pt x="1077713" y="106136"/>
                  </a:cubicBezTo>
                  <a:cubicBezTo>
                    <a:pt x="1069549" y="100693"/>
                    <a:pt x="1061834" y="94506"/>
                    <a:pt x="1053220" y="89807"/>
                  </a:cubicBezTo>
                  <a:cubicBezTo>
                    <a:pt x="1015476" y="69219"/>
                    <a:pt x="986014" y="54977"/>
                    <a:pt x="947084" y="40821"/>
                  </a:cubicBezTo>
                  <a:cubicBezTo>
                    <a:pt x="930908" y="34939"/>
                    <a:pt x="914427" y="29936"/>
                    <a:pt x="898098" y="24493"/>
                  </a:cubicBezTo>
                  <a:cubicBezTo>
                    <a:pt x="889934" y="21772"/>
                    <a:pt x="882095" y="17744"/>
                    <a:pt x="873606" y="16329"/>
                  </a:cubicBezTo>
                  <a:cubicBezTo>
                    <a:pt x="813552" y="6319"/>
                    <a:pt x="840680" y="12179"/>
                    <a:pt x="791963" y="0"/>
                  </a:cubicBezTo>
                  <a:lnTo>
                    <a:pt x="481720" y="8164"/>
                  </a:lnTo>
                  <a:cubicBezTo>
                    <a:pt x="462221" y="10380"/>
                    <a:pt x="450287" y="32044"/>
                    <a:pt x="432734" y="40821"/>
                  </a:cubicBezTo>
                  <a:cubicBezTo>
                    <a:pt x="415029" y="49674"/>
                    <a:pt x="395608" y="61309"/>
                    <a:pt x="375584" y="65314"/>
                  </a:cubicBezTo>
                  <a:cubicBezTo>
                    <a:pt x="370247" y="66381"/>
                    <a:pt x="364699" y="65314"/>
                    <a:pt x="359256" y="6531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27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62C8254-8312-8293-1915-68212C124DFE}"/>
                </a:ext>
              </a:extLst>
            </p:cNvPr>
            <p:cNvSpPr txBox="1"/>
            <p:nvPr/>
          </p:nvSpPr>
          <p:spPr>
            <a:xfrm>
              <a:off x="2783026" y="1126341"/>
              <a:ext cx="388890" cy="294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27" dirty="0"/>
                <a:t>OT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F5D558-926D-18C9-B8AF-F5317A147A61}"/>
              </a:ext>
            </a:extLst>
          </p:cNvPr>
          <p:cNvGrpSpPr/>
          <p:nvPr/>
        </p:nvGrpSpPr>
        <p:grpSpPr>
          <a:xfrm>
            <a:off x="3317251" y="2924353"/>
            <a:ext cx="1635664" cy="916829"/>
            <a:chOff x="4624960" y="1807615"/>
            <a:chExt cx="2398974" cy="1344682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E9A0A27F-ECF4-6F31-8AF5-94A58B715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87AD446-B482-5E67-0C8B-375183E107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7439" y="1807615"/>
              <a:ext cx="1094400" cy="112502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CFB7E5E-9108-1677-45A9-872A88F91210}"/>
              </a:ext>
            </a:extLst>
          </p:cNvPr>
          <p:cNvSpPr txBox="1"/>
          <p:nvPr/>
        </p:nvSpPr>
        <p:spPr>
          <a:xfrm>
            <a:off x="4399214" y="2778328"/>
            <a:ext cx="420308" cy="281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27" dirty="0"/>
              <a:t>???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01DE50-02BD-219C-98BF-5B8A3ED4DBD6}"/>
              </a:ext>
            </a:extLst>
          </p:cNvPr>
          <p:cNvSpPr txBox="1"/>
          <p:nvPr/>
        </p:nvSpPr>
        <p:spPr>
          <a:xfrm>
            <a:off x="2939903" y="4917993"/>
            <a:ext cx="2584618" cy="47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27" dirty="0"/>
              <a:t>I have no idea how you got a perfect</a:t>
            </a:r>
          </a:p>
          <a:p>
            <a:r>
              <a:rPr lang="en-US" sz="1227" dirty="0"/>
              <a:t>Section 8 and also optic tectum?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0211C63-CCBE-66C5-CB76-CCEDA94A710A}"/>
              </a:ext>
            </a:extLst>
          </p:cNvPr>
          <p:cNvGrpSpPr/>
          <p:nvPr/>
        </p:nvGrpSpPr>
        <p:grpSpPr>
          <a:xfrm>
            <a:off x="3264062" y="3938307"/>
            <a:ext cx="1635664" cy="898463"/>
            <a:chOff x="4624960" y="1834551"/>
            <a:chExt cx="2398974" cy="1317746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476C606-8FEB-C20F-2062-250C56297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502AAD8-2241-55DD-143B-0E0AF8A871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5341" y="1924517"/>
              <a:ext cx="49784" cy="103506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547765-85A7-5120-AB89-E7E173F3A991}"/>
              </a:ext>
            </a:extLst>
          </p:cNvPr>
          <p:cNvSpPr txBox="1"/>
          <p:nvPr/>
        </p:nvSpPr>
        <p:spPr>
          <a:xfrm>
            <a:off x="65822" y="2825229"/>
            <a:ext cx="1055097" cy="281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27" dirty="0"/>
              <a:t>6P17_D1_</a:t>
            </a:r>
            <a:r>
              <a:rPr lang="en-US" sz="1227" b="1" dirty="0"/>
              <a:t>D1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5D0D5F-95C0-9962-5ED7-17D45FAF23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32" r="-7940" b="1165"/>
          <a:stretch>
            <a:fillRect/>
          </a:stretch>
        </p:blipFill>
        <p:spPr>
          <a:xfrm rot="10800000">
            <a:off x="6528062" y="716362"/>
            <a:ext cx="1422051" cy="2225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36A547-4CC3-CC68-322D-356F587DB4F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 l="48428"/>
          <a:stretch>
            <a:fillRect/>
          </a:stretch>
        </p:blipFill>
        <p:spPr>
          <a:xfrm>
            <a:off x="7989454" y="2230877"/>
            <a:ext cx="988527" cy="6111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4A1683-3CD7-2C72-2019-33B65950624A}"/>
              </a:ext>
            </a:extLst>
          </p:cNvPr>
          <p:cNvSpPr txBox="1"/>
          <p:nvPr/>
        </p:nvSpPr>
        <p:spPr>
          <a:xfrm>
            <a:off x="8627085" y="2549579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8-9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F1088-BD58-7A7F-A7C5-C02485CA35C0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rcRect l="48092" b="4536"/>
          <a:stretch>
            <a:fillRect/>
          </a:stretch>
        </p:blipFill>
        <p:spPr>
          <a:xfrm>
            <a:off x="7950113" y="1247236"/>
            <a:ext cx="1017543" cy="9836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34D486-4209-E81A-5B92-2FB4A1974CC7}"/>
              </a:ext>
            </a:extLst>
          </p:cNvPr>
          <p:cNvSpPr txBox="1"/>
          <p:nvPr/>
        </p:nvSpPr>
        <p:spPr>
          <a:xfrm>
            <a:off x="8967656" y="18289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1D21257-C48B-56D1-6545-3C17C99DAEAE}"/>
              </a:ext>
            </a:extLst>
          </p:cNvPr>
          <p:cNvSpPr/>
          <p:nvPr/>
        </p:nvSpPr>
        <p:spPr>
          <a:xfrm flipH="1">
            <a:off x="8332321" y="831008"/>
            <a:ext cx="631468" cy="520118"/>
          </a:xfrm>
          <a:custGeom>
            <a:avLst/>
            <a:gdLst>
              <a:gd name="csX0" fmla="*/ 526606 w 631468"/>
              <a:gd name="csY0" fmla="*/ 8389 h 520118"/>
              <a:gd name="csX1" fmla="*/ 497245 w 631468"/>
              <a:gd name="csY1" fmla="*/ 12584 h 520118"/>
              <a:gd name="csX2" fmla="*/ 354632 w 631468"/>
              <a:gd name="csY2" fmla="*/ 4195 h 520118"/>
              <a:gd name="csX3" fmla="*/ 283325 w 631468"/>
              <a:gd name="csY3" fmla="*/ 12584 h 520118"/>
              <a:gd name="csX4" fmla="*/ 270742 w 631468"/>
              <a:gd name="csY4" fmla="*/ 16778 h 520118"/>
              <a:gd name="csX5" fmla="*/ 253964 w 631468"/>
              <a:gd name="csY5" fmla="*/ 20973 h 520118"/>
              <a:gd name="csX6" fmla="*/ 237186 w 631468"/>
              <a:gd name="csY6" fmla="*/ 29362 h 520118"/>
              <a:gd name="csX7" fmla="*/ 220408 w 631468"/>
              <a:gd name="csY7" fmla="*/ 33556 h 520118"/>
              <a:gd name="csX8" fmla="*/ 191046 w 631468"/>
              <a:gd name="csY8" fmla="*/ 46140 h 520118"/>
              <a:gd name="csX9" fmla="*/ 174268 w 631468"/>
              <a:gd name="csY9" fmla="*/ 58723 h 520118"/>
              <a:gd name="csX10" fmla="*/ 132324 w 631468"/>
              <a:gd name="csY10" fmla="*/ 88085 h 520118"/>
              <a:gd name="csX11" fmla="*/ 123935 w 631468"/>
              <a:gd name="csY11" fmla="*/ 100668 h 520118"/>
              <a:gd name="csX12" fmla="*/ 111351 w 631468"/>
              <a:gd name="csY12" fmla="*/ 109057 h 520118"/>
              <a:gd name="csX13" fmla="*/ 81990 w 631468"/>
              <a:gd name="csY13" fmla="*/ 138418 h 520118"/>
              <a:gd name="csX14" fmla="*/ 44239 w 631468"/>
              <a:gd name="csY14" fmla="*/ 176169 h 520118"/>
              <a:gd name="csX15" fmla="*/ 31656 w 631468"/>
              <a:gd name="csY15" fmla="*/ 188752 h 520118"/>
              <a:gd name="csX16" fmla="*/ 19072 w 631468"/>
              <a:gd name="csY16" fmla="*/ 201336 h 520118"/>
              <a:gd name="csX17" fmla="*/ 10683 w 631468"/>
              <a:gd name="csY17" fmla="*/ 213919 h 520118"/>
              <a:gd name="csX18" fmla="*/ 10683 w 631468"/>
              <a:gd name="csY18" fmla="*/ 377505 h 520118"/>
              <a:gd name="csX19" fmla="*/ 23267 w 631468"/>
              <a:gd name="csY19" fmla="*/ 411061 h 520118"/>
              <a:gd name="csX20" fmla="*/ 48434 w 631468"/>
              <a:gd name="csY20" fmla="*/ 440422 h 520118"/>
              <a:gd name="csX21" fmla="*/ 56823 w 631468"/>
              <a:gd name="csY21" fmla="*/ 453006 h 520118"/>
              <a:gd name="csX22" fmla="*/ 81990 w 631468"/>
              <a:gd name="csY22" fmla="*/ 473978 h 520118"/>
              <a:gd name="csX23" fmla="*/ 98768 w 631468"/>
              <a:gd name="csY23" fmla="*/ 482367 h 520118"/>
              <a:gd name="csX24" fmla="*/ 115546 w 631468"/>
              <a:gd name="csY24" fmla="*/ 486562 h 520118"/>
              <a:gd name="csX25" fmla="*/ 140713 w 631468"/>
              <a:gd name="csY25" fmla="*/ 499145 h 520118"/>
              <a:gd name="csX26" fmla="*/ 174268 w 631468"/>
              <a:gd name="csY26" fmla="*/ 511729 h 520118"/>
              <a:gd name="csX27" fmla="*/ 186852 w 631468"/>
              <a:gd name="csY27" fmla="*/ 515923 h 520118"/>
              <a:gd name="csX28" fmla="*/ 224602 w 631468"/>
              <a:gd name="csY28" fmla="*/ 520118 h 520118"/>
              <a:gd name="csX29" fmla="*/ 270742 w 631468"/>
              <a:gd name="csY29" fmla="*/ 515923 h 520118"/>
              <a:gd name="csX30" fmla="*/ 300103 w 631468"/>
              <a:gd name="csY30" fmla="*/ 507534 h 520118"/>
              <a:gd name="csX31" fmla="*/ 316881 w 631468"/>
              <a:gd name="csY31" fmla="*/ 503340 h 520118"/>
              <a:gd name="csX32" fmla="*/ 350437 w 631468"/>
              <a:gd name="csY32" fmla="*/ 490756 h 520118"/>
              <a:gd name="csX33" fmla="*/ 371410 w 631468"/>
              <a:gd name="csY33" fmla="*/ 486562 h 520118"/>
              <a:gd name="csX34" fmla="*/ 421744 w 631468"/>
              <a:gd name="csY34" fmla="*/ 465589 h 520118"/>
              <a:gd name="csX35" fmla="*/ 459494 w 631468"/>
              <a:gd name="csY35" fmla="*/ 444617 h 520118"/>
              <a:gd name="csX36" fmla="*/ 484661 w 631468"/>
              <a:gd name="csY36" fmla="*/ 427839 h 520118"/>
              <a:gd name="csX37" fmla="*/ 522412 w 631468"/>
              <a:gd name="csY37" fmla="*/ 406866 h 520118"/>
              <a:gd name="csX38" fmla="*/ 547579 w 631468"/>
              <a:gd name="csY38" fmla="*/ 385894 h 520118"/>
              <a:gd name="csX39" fmla="*/ 572746 w 631468"/>
              <a:gd name="csY39" fmla="*/ 356532 h 520118"/>
              <a:gd name="csX40" fmla="*/ 585329 w 631468"/>
              <a:gd name="csY40" fmla="*/ 343949 h 520118"/>
              <a:gd name="csX41" fmla="*/ 589524 w 631468"/>
              <a:gd name="csY41" fmla="*/ 331365 h 520118"/>
              <a:gd name="csX42" fmla="*/ 593718 w 631468"/>
              <a:gd name="csY42" fmla="*/ 314587 h 520118"/>
              <a:gd name="csX43" fmla="*/ 602107 w 631468"/>
              <a:gd name="csY43" fmla="*/ 297809 h 520118"/>
              <a:gd name="csX44" fmla="*/ 606301 w 631468"/>
              <a:gd name="csY44" fmla="*/ 281031 h 520118"/>
              <a:gd name="csX45" fmla="*/ 610496 w 631468"/>
              <a:gd name="csY45" fmla="*/ 268448 h 520118"/>
              <a:gd name="csX46" fmla="*/ 618885 w 631468"/>
              <a:gd name="csY46" fmla="*/ 234892 h 520118"/>
              <a:gd name="csX47" fmla="*/ 623079 w 631468"/>
              <a:gd name="csY47" fmla="*/ 218114 h 520118"/>
              <a:gd name="csX48" fmla="*/ 631468 w 631468"/>
              <a:gd name="csY48" fmla="*/ 171974 h 520118"/>
              <a:gd name="csX49" fmla="*/ 627274 w 631468"/>
              <a:gd name="csY49" fmla="*/ 92279 h 520118"/>
              <a:gd name="csX50" fmla="*/ 606301 w 631468"/>
              <a:gd name="csY50" fmla="*/ 71307 h 520118"/>
              <a:gd name="csX51" fmla="*/ 593718 w 631468"/>
              <a:gd name="csY51" fmla="*/ 58723 h 520118"/>
              <a:gd name="csX52" fmla="*/ 568551 w 631468"/>
              <a:gd name="csY52" fmla="*/ 46140 h 520118"/>
              <a:gd name="csX53" fmla="*/ 543384 w 631468"/>
              <a:gd name="csY53" fmla="*/ 29362 h 520118"/>
              <a:gd name="csX54" fmla="*/ 530801 w 631468"/>
              <a:gd name="csY54" fmla="*/ 20973 h 520118"/>
              <a:gd name="csX55" fmla="*/ 518217 w 631468"/>
              <a:gd name="csY55" fmla="*/ 16778 h 520118"/>
              <a:gd name="csX56" fmla="*/ 480467 w 631468"/>
              <a:gd name="csY56" fmla="*/ 0 h 520118"/>
              <a:gd name="csX57" fmla="*/ 446911 w 631468"/>
              <a:gd name="csY57" fmla="*/ 0 h 520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</a:cxnLst>
            <a:rect l="l" t="t" r="r" b="b"/>
            <a:pathLst>
              <a:path w="631468" h="520118">
                <a:moveTo>
                  <a:pt x="526606" y="8389"/>
                </a:moveTo>
                <a:cubicBezTo>
                  <a:pt x="516819" y="9787"/>
                  <a:pt x="507131" y="12584"/>
                  <a:pt x="497245" y="12584"/>
                </a:cubicBezTo>
                <a:cubicBezTo>
                  <a:pt x="383199" y="12584"/>
                  <a:pt x="409715" y="17964"/>
                  <a:pt x="354632" y="4195"/>
                </a:cubicBezTo>
                <a:cubicBezTo>
                  <a:pt x="331047" y="6339"/>
                  <a:pt x="306640" y="7403"/>
                  <a:pt x="283325" y="12584"/>
                </a:cubicBezTo>
                <a:cubicBezTo>
                  <a:pt x="279009" y="13543"/>
                  <a:pt x="274993" y="15563"/>
                  <a:pt x="270742" y="16778"/>
                </a:cubicBezTo>
                <a:cubicBezTo>
                  <a:pt x="265199" y="18362"/>
                  <a:pt x="259362" y="18949"/>
                  <a:pt x="253964" y="20973"/>
                </a:cubicBezTo>
                <a:cubicBezTo>
                  <a:pt x="248109" y="23169"/>
                  <a:pt x="243041" y="27167"/>
                  <a:pt x="237186" y="29362"/>
                </a:cubicBezTo>
                <a:cubicBezTo>
                  <a:pt x="231788" y="31386"/>
                  <a:pt x="225951" y="31972"/>
                  <a:pt x="220408" y="33556"/>
                </a:cubicBezTo>
                <a:cubicBezTo>
                  <a:pt x="209894" y="36560"/>
                  <a:pt x="200464" y="40254"/>
                  <a:pt x="191046" y="46140"/>
                </a:cubicBezTo>
                <a:cubicBezTo>
                  <a:pt x="185118" y="49845"/>
                  <a:pt x="179995" y="54714"/>
                  <a:pt x="174268" y="58723"/>
                </a:cubicBezTo>
                <a:cubicBezTo>
                  <a:pt x="169692" y="61926"/>
                  <a:pt x="138857" y="81552"/>
                  <a:pt x="132324" y="88085"/>
                </a:cubicBezTo>
                <a:cubicBezTo>
                  <a:pt x="128760" y="91650"/>
                  <a:pt x="127500" y="97104"/>
                  <a:pt x="123935" y="100668"/>
                </a:cubicBezTo>
                <a:cubicBezTo>
                  <a:pt x="120370" y="104233"/>
                  <a:pt x="115098" y="105685"/>
                  <a:pt x="111351" y="109057"/>
                </a:cubicBezTo>
                <a:cubicBezTo>
                  <a:pt x="101063" y="118316"/>
                  <a:pt x="91777" y="128631"/>
                  <a:pt x="81990" y="138418"/>
                </a:cubicBezTo>
                <a:lnTo>
                  <a:pt x="44239" y="176169"/>
                </a:lnTo>
                <a:lnTo>
                  <a:pt x="31656" y="188752"/>
                </a:lnTo>
                <a:cubicBezTo>
                  <a:pt x="27461" y="192947"/>
                  <a:pt x="22363" y="196400"/>
                  <a:pt x="19072" y="201336"/>
                </a:cubicBezTo>
                <a:lnTo>
                  <a:pt x="10683" y="213919"/>
                </a:lnTo>
                <a:cubicBezTo>
                  <a:pt x="-9168" y="273482"/>
                  <a:pt x="3363" y="231096"/>
                  <a:pt x="10683" y="377505"/>
                </a:cubicBezTo>
                <a:cubicBezTo>
                  <a:pt x="11249" y="388815"/>
                  <a:pt x="17882" y="401637"/>
                  <a:pt x="23267" y="411061"/>
                </a:cubicBezTo>
                <a:cubicBezTo>
                  <a:pt x="34272" y="430319"/>
                  <a:pt x="30871" y="419931"/>
                  <a:pt x="48434" y="440422"/>
                </a:cubicBezTo>
                <a:cubicBezTo>
                  <a:pt x="51715" y="444250"/>
                  <a:pt x="53596" y="449133"/>
                  <a:pt x="56823" y="453006"/>
                </a:cubicBezTo>
                <a:cubicBezTo>
                  <a:pt x="64710" y="462470"/>
                  <a:pt x="71491" y="467979"/>
                  <a:pt x="81990" y="473978"/>
                </a:cubicBezTo>
                <a:cubicBezTo>
                  <a:pt x="87419" y="477080"/>
                  <a:pt x="92913" y="480171"/>
                  <a:pt x="98768" y="482367"/>
                </a:cubicBezTo>
                <a:cubicBezTo>
                  <a:pt x="104166" y="484391"/>
                  <a:pt x="109953" y="485164"/>
                  <a:pt x="115546" y="486562"/>
                </a:cubicBezTo>
                <a:cubicBezTo>
                  <a:pt x="139730" y="502685"/>
                  <a:pt x="116398" y="488724"/>
                  <a:pt x="140713" y="499145"/>
                </a:cubicBezTo>
                <a:cubicBezTo>
                  <a:pt x="179807" y="515899"/>
                  <a:pt x="135601" y="500682"/>
                  <a:pt x="174268" y="511729"/>
                </a:cubicBezTo>
                <a:cubicBezTo>
                  <a:pt x="178519" y="512944"/>
                  <a:pt x="182491" y="515196"/>
                  <a:pt x="186852" y="515923"/>
                </a:cubicBezTo>
                <a:cubicBezTo>
                  <a:pt x="199341" y="518004"/>
                  <a:pt x="212019" y="518720"/>
                  <a:pt x="224602" y="520118"/>
                </a:cubicBezTo>
                <a:cubicBezTo>
                  <a:pt x="239982" y="518720"/>
                  <a:pt x="255434" y="517964"/>
                  <a:pt x="270742" y="515923"/>
                </a:cubicBezTo>
                <a:cubicBezTo>
                  <a:pt x="283047" y="514282"/>
                  <a:pt x="288772" y="510772"/>
                  <a:pt x="300103" y="507534"/>
                </a:cubicBezTo>
                <a:cubicBezTo>
                  <a:pt x="305646" y="505950"/>
                  <a:pt x="311412" y="505163"/>
                  <a:pt x="316881" y="503340"/>
                </a:cubicBezTo>
                <a:cubicBezTo>
                  <a:pt x="328406" y="499499"/>
                  <a:pt x="338669" y="493698"/>
                  <a:pt x="350437" y="490756"/>
                </a:cubicBezTo>
                <a:cubicBezTo>
                  <a:pt x="357354" y="489027"/>
                  <a:pt x="364419" y="487960"/>
                  <a:pt x="371410" y="486562"/>
                </a:cubicBezTo>
                <a:cubicBezTo>
                  <a:pt x="410122" y="467206"/>
                  <a:pt x="392834" y="472817"/>
                  <a:pt x="421744" y="465589"/>
                </a:cubicBezTo>
                <a:cubicBezTo>
                  <a:pt x="462681" y="434888"/>
                  <a:pt x="412499" y="470251"/>
                  <a:pt x="459494" y="444617"/>
                </a:cubicBezTo>
                <a:cubicBezTo>
                  <a:pt x="468345" y="439789"/>
                  <a:pt x="475096" y="431028"/>
                  <a:pt x="484661" y="427839"/>
                </a:cubicBezTo>
                <a:cubicBezTo>
                  <a:pt x="500484" y="422564"/>
                  <a:pt x="507990" y="421288"/>
                  <a:pt x="522412" y="406866"/>
                </a:cubicBezTo>
                <a:cubicBezTo>
                  <a:pt x="559182" y="370096"/>
                  <a:pt x="512533" y="415100"/>
                  <a:pt x="547579" y="385894"/>
                </a:cubicBezTo>
                <a:cubicBezTo>
                  <a:pt x="563186" y="372888"/>
                  <a:pt x="558864" y="372727"/>
                  <a:pt x="572746" y="356532"/>
                </a:cubicBezTo>
                <a:cubicBezTo>
                  <a:pt x="576606" y="352028"/>
                  <a:pt x="581135" y="348143"/>
                  <a:pt x="585329" y="343949"/>
                </a:cubicBezTo>
                <a:cubicBezTo>
                  <a:pt x="586727" y="339754"/>
                  <a:pt x="588309" y="335616"/>
                  <a:pt x="589524" y="331365"/>
                </a:cubicBezTo>
                <a:cubicBezTo>
                  <a:pt x="591108" y="325822"/>
                  <a:pt x="591694" y="319985"/>
                  <a:pt x="593718" y="314587"/>
                </a:cubicBezTo>
                <a:cubicBezTo>
                  <a:pt x="595913" y="308732"/>
                  <a:pt x="599311" y="303402"/>
                  <a:pt x="602107" y="297809"/>
                </a:cubicBezTo>
                <a:cubicBezTo>
                  <a:pt x="603505" y="292216"/>
                  <a:pt x="604717" y="286574"/>
                  <a:pt x="606301" y="281031"/>
                </a:cubicBezTo>
                <a:cubicBezTo>
                  <a:pt x="607516" y="276780"/>
                  <a:pt x="609333" y="272713"/>
                  <a:pt x="610496" y="268448"/>
                </a:cubicBezTo>
                <a:cubicBezTo>
                  <a:pt x="613530" y="257325"/>
                  <a:pt x="616089" y="246077"/>
                  <a:pt x="618885" y="234892"/>
                </a:cubicBezTo>
                <a:cubicBezTo>
                  <a:pt x="620283" y="229299"/>
                  <a:pt x="622131" y="223800"/>
                  <a:pt x="623079" y="218114"/>
                </a:cubicBezTo>
                <a:cubicBezTo>
                  <a:pt x="628446" y="185915"/>
                  <a:pt x="625606" y="201287"/>
                  <a:pt x="631468" y="171974"/>
                </a:cubicBezTo>
                <a:cubicBezTo>
                  <a:pt x="630070" y="145409"/>
                  <a:pt x="630868" y="118637"/>
                  <a:pt x="627274" y="92279"/>
                </a:cubicBezTo>
                <a:cubicBezTo>
                  <a:pt x="625697" y="80711"/>
                  <a:pt x="613471" y="77282"/>
                  <a:pt x="606301" y="71307"/>
                </a:cubicBezTo>
                <a:cubicBezTo>
                  <a:pt x="601744" y="67509"/>
                  <a:pt x="598275" y="62521"/>
                  <a:pt x="593718" y="58723"/>
                </a:cubicBezTo>
                <a:cubicBezTo>
                  <a:pt x="582876" y="49688"/>
                  <a:pt x="581163" y="50343"/>
                  <a:pt x="568551" y="46140"/>
                </a:cubicBezTo>
                <a:lnTo>
                  <a:pt x="543384" y="29362"/>
                </a:lnTo>
                <a:cubicBezTo>
                  <a:pt x="539190" y="26566"/>
                  <a:pt x="535583" y="22567"/>
                  <a:pt x="530801" y="20973"/>
                </a:cubicBezTo>
                <a:cubicBezTo>
                  <a:pt x="526606" y="19575"/>
                  <a:pt x="522172" y="18755"/>
                  <a:pt x="518217" y="16778"/>
                </a:cubicBezTo>
                <a:cubicBezTo>
                  <a:pt x="503011" y="9175"/>
                  <a:pt x="502111" y="0"/>
                  <a:pt x="480467" y="0"/>
                </a:cubicBezTo>
                <a:lnTo>
                  <a:pt x="446911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53B533-66B3-2873-9B67-760D29A0E852}"/>
              </a:ext>
            </a:extLst>
          </p:cNvPr>
          <p:cNvSpPr txBox="1"/>
          <p:nvPr/>
        </p:nvSpPr>
        <p:spPr>
          <a:xfrm>
            <a:off x="8361406" y="912023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Dm-3</a:t>
            </a:r>
            <a:r>
              <a:rPr lang="en-US" sz="1200" dirty="0"/>
              <a:t>?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0569CC-A05D-B583-C240-91CC171FFC4F}"/>
              </a:ext>
            </a:extLst>
          </p:cNvPr>
          <p:cNvGrpSpPr/>
          <p:nvPr/>
        </p:nvGrpSpPr>
        <p:grpSpPr>
          <a:xfrm>
            <a:off x="9416893" y="1269005"/>
            <a:ext cx="1635664" cy="898463"/>
            <a:chOff x="4624960" y="1834551"/>
            <a:chExt cx="2398974" cy="131774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C6A9D95-C134-1BD2-F93B-DF3A79224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639BCB-9816-CB49-1FF6-0F2A86DF0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5805" y="1834551"/>
              <a:ext cx="258346" cy="109206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0C19AEE-695A-C535-AFAF-91AEAD2CD610}"/>
              </a:ext>
            </a:extLst>
          </p:cNvPr>
          <p:cNvSpPr txBox="1"/>
          <p:nvPr/>
        </p:nvSpPr>
        <p:spPr>
          <a:xfrm>
            <a:off x="8915277" y="740711"/>
            <a:ext cx="27077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Have no idea what this is or how you got it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24D1B79-7242-5A07-5A96-9143BCED114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52" r="51022"/>
          <a:stretch>
            <a:fillRect/>
          </a:stretch>
        </p:blipFill>
        <p:spPr>
          <a:xfrm>
            <a:off x="6792863" y="3222497"/>
            <a:ext cx="1196591" cy="226002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47B3B22-6F25-039E-4DFC-C01B178D6106}"/>
              </a:ext>
            </a:extLst>
          </p:cNvPr>
          <p:cNvSpPr txBox="1"/>
          <p:nvPr/>
        </p:nvSpPr>
        <p:spPr>
          <a:xfrm>
            <a:off x="8548496" y="335908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???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FE412EA-7156-7E21-8803-E0D0B4166396}"/>
              </a:ext>
            </a:extLst>
          </p:cNvPr>
          <p:cNvGrpSpPr/>
          <p:nvPr/>
        </p:nvGrpSpPr>
        <p:grpSpPr>
          <a:xfrm>
            <a:off x="9638141" y="4168384"/>
            <a:ext cx="1635664" cy="898463"/>
            <a:chOff x="4624960" y="1834551"/>
            <a:chExt cx="2398974" cy="1317746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5F5EE79B-E027-1D46-3C00-89CD3AFAD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1339F63-B503-DC1C-C5A6-62F45BE3F2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4709" y="1834551"/>
              <a:ext cx="104359" cy="1099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2C4C7A38-6815-D659-1A82-D5B7EF434B7E}"/>
              </a:ext>
            </a:extLst>
          </p:cNvPr>
          <p:cNvSpPr txBox="1"/>
          <p:nvPr/>
        </p:nvSpPr>
        <p:spPr>
          <a:xfrm>
            <a:off x="9137161" y="3293900"/>
            <a:ext cx="2850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 have no idea what this could be it looks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B9573FF-C777-38E3-7C62-7211D9B876C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rcRect l="50000"/>
          <a:stretch>
            <a:fillRect/>
          </a:stretch>
        </p:blipFill>
        <p:spPr>
          <a:xfrm>
            <a:off x="7989454" y="4810979"/>
            <a:ext cx="915423" cy="575912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8E55CD26-1AE1-B535-125B-E8FE5816394F}"/>
              </a:ext>
            </a:extLst>
          </p:cNvPr>
          <p:cNvSpPr txBox="1"/>
          <p:nvPr/>
        </p:nvSpPr>
        <p:spPr>
          <a:xfrm>
            <a:off x="8761228" y="50836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E41531E-047D-18BB-B5F5-FBEFF554EEC8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</a:blip>
          <a:srcRect l="47963"/>
          <a:stretch>
            <a:fillRect/>
          </a:stretch>
        </p:blipFill>
        <p:spPr>
          <a:xfrm>
            <a:off x="7963663" y="3999647"/>
            <a:ext cx="999190" cy="837123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BE179C95-3B48-11A2-B790-D1D43FE736B3}"/>
              </a:ext>
            </a:extLst>
          </p:cNvPr>
          <p:cNvSpPr txBox="1"/>
          <p:nvPr/>
        </p:nvSpPr>
        <p:spPr>
          <a:xfrm>
            <a:off x="8868284" y="448187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D292CF-DF8C-39D7-B460-9E18352A1341}"/>
              </a:ext>
            </a:extLst>
          </p:cNvPr>
          <p:cNvSpPr txBox="1"/>
          <p:nvPr/>
        </p:nvSpPr>
        <p:spPr>
          <a:xfrm>
            <a:off x="5686097" y="2715565"/>
            <a:ext cx="1055097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27" dirty="0"/>
              <a:t>6P17_D1_</a:t>
            </a:r>
            <a:r>
              <a:rPr lang="en-US" sz="1227" b="1" dirty="0"/>
              <a:t>D2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1C9DAE-DA12-F035-3B91-4338BB1980C8}"/>
              </a:ext>
            </a:extLst>
          </p:cNvPr>
          <p:cNvSpPr txBox="1"/>
          <p:nvPr/>
        </p:nvSpPr>
        <p:spPr>
          <a:xfrm>
            <a:off x="352557" y="281757"/>
            <a:ext cx="1055097" cy="281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27" dirty="0"/>
              <a:t>6P17_D1_</a:t>
            </a:r>
            <a:r>
              <a:rPr lang="en-US" sz="1227" b="1" dirty="0"/>
              <a:t>C1</a:t>
            </a:r>
          </a:p>
        </p:txBody>
      </p:sp>
    </p:spTree>
    <p:extLst>
      <p:ext uri="{BB962C8B-B14F-4D97-AF65-F5344CB8AC3E}">
        <p14:creationId xmlns:p14="http://schemas.microsoft.com/office/powerpoint/2010/main" val="58141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114</Words>
  <Application>Microsoft Macintosh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Graham, Gabriel J.</dc:creator>
  <cp:lastModifiedBy>Graham, Gabriel J.</cp:lastModifiedBy>
  <cp:revision>3</cp:revision>
  <dcterms:created xsi:type="dcterms:W3CDTF">2026-04-25T02:36:27Z</dcterms:created>
  <dcterms:modified xsi:type="dcterms:W3CDTF">2026-04-25T15:39:20Z</dcterms:modified>
</cp:coreProperties>
</file>
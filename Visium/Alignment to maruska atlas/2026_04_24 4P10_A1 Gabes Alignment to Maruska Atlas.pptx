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97"/>
    <p:restoredTop sz="94671"/>
  </p:normalViewPr>
  <p:slideViewPr>
    <p:cSldViewPr snapToGrid="0">
      <p:cViewPr>
        <p:scale>
          <a:sx n="141" d="100"/>
          <a:sy n="141" d="100"/>
        </p:scale>
        <p:origin x="-2648" y="-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5348D-6112-4A9B-5682-1A30461F81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362AE1-7B1B-7110-4056-B860DFAC54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A2123-4C55-35FB-0441-1730BEB07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64E19-9161-C944-A14B-C88687E7A256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66F612-B533-5B38-E9C5-9439907B3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76397-FF47-A503-97AB-300D8949A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F744E-0FEF-5C4F-8A73-F952BAA81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12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1BA93-40AB-73FA-5637-D72E8A796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C4701-4BBC-FF08-85FC-D4CFE55E4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514DB-CA54-401B-91EB-7119F9FDB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64E19-9161-C944-A14B-C88687E7A256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C5620-D8C8-C36E-CAA0-EF3EE7136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A20CE-AAA5-000D-F890-AF3007944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F744E-0FEF-5C4F-8A73-F952BAA81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711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0CEEB-5732-00B3-A4BE-238D47DD4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180348-106B-B141-EDC7-B320549B3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183CF-8289-11BE-D0AD-86A7552B4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64E19-9161-C944-A14B-C88687E7A256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63C46-DA90-5D6E-5D2A-26DE6D014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11059-670C-07D2-3743-278CD214B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F744E-0FEF-5C4F-8A73-F952BAA81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760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739BA-E49D-AE23-C703-BA67739E4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12578-32D0-4450-BF65-EB8F5C98E5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DA7896-76D5-2498-9AFF-DC190E35C9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6E9DB2-C4E6-E35D-AE39-68FB9151F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64E19-9161-C944-A14B-C88687E7A256}" type="datetimeFigureOut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15B92-59C6-2CFB-9B08-BA35378FC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6BCC5A-BB07-436D-44C1-558B884A4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F744E-0FEF-5C4F-8A73-F952BAA81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1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68221-6C2F-90C8-47F5-9BA48B200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2275A7-157B-2007-19F7-4E807A5C5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32A852-A7BE-84B1-8518-2B2A002374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57BBB2-D433-725F-285E-6D0A1752FE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ACEF6C-EAF7-18FC-4D34-E9A22BFE25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06CAEC-5FFB-3097-0317-681EEF80B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64E19-9161-C944-A14B-C88687E7A256}" type="datetimeFigureOut">
              <a:rPr lang="en-US" smtClean="0"/>
              <a:t>4/25/26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0D2399-F65F-2EF6-6F3C-98D78FA5B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399136-DFCC-42E3-DC35-E7428D3C7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F744E-0FEF-5C4F-8A73-F952BAA81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039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F67A8-B75F-D6BA-690D-572DE111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D9E472-EB42-B82C-0496-C0E872976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64E19-9161-C944-A14B-C88687E7A256}" type="datetimeFigureOut">
              <a:rPr lang="en-US" smtClean="0"/>
              <a:t>4/25/26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349AD3-BAB3-5C1F-47B9-148186793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33CD9E-7A3B-6084-ACEB-ACA853430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F744E-0FEF-5C4F-8A73-F952BAA81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913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74A7A1-2886-59B8-AED6-A101617D4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64E19-9161-C944-A14B-C88687E7A256}" type="datetimeFigureOut">
              <a:rPr lang="en-US" smtClean="0"/>
              <a:t>4/25/26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0C15CA-C478-99B0-D783-30F0012B6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B8972-2CEE-F58A-92A6-6285CF99D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F744E-0FEF-5C4F-8A73-F952BAA81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648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8562C-FF0A-E4EC-6616-141AF3FD9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CAAC6-C60F-3E22-225A-A0C6DEED9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3F4912-9A07-A483-4BE6-C691E84018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225157-ECDF-3745-8B8E-8A14768B5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64E19-9161-C944-A14B-C88687E7A256}" type="datetimeFigureOut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117E61-C379-041E-46CA-5846551A8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971E35-82C3-31A6-1B79-E4A25D9C6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F744E-0FEF-5C4F-8A73-F952BAA81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457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968CB-3573-24B9-71EC-44B899AD0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2F8061-C3F5-87B8-99BF-4186AFFB8E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33985F-C6B3-7416-2EE1-83EA1B5FC3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0CC012-72CB-8810-6D6F-2530EC950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64E19-9161-C944-A14B-C88687E7A256}" type="datetimeFigureOut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EC0A5-06C5-7A69-36FA-C3B6C8543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67E683-5444-16F2-1E73-D33BCB5D7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F744E-0FEF-5C4F-8A73-F952BAA81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097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66867-5D84-A988-7E8D-19EFE7146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AA3BFF-7A50-F015-8E0E-96050426EB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84CE5-24EE-DE05-89D9-772406B5A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64E19-9161-C944-A14B-C88687E7A256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5E4CD-3768-7021-7E1D-5F1D1D5F7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D6008-CF0D-1A29-DAB6-BEC0CEF92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F744E-0FEF-5C4F-8A73-F952BAA81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158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980480-2396-DC5E-9D51-E6D61ABBB4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F87AE5-AFD0-675F-8BB7-4BD0E52F3B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A3538-B8A7-6055-52BF-48858B489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64E19-9161-C944-A14B-C88687E7A256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73E15-06ED-2EA3-5CF5-6BACA9042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E0987-D04C-C269-E73A-43D35A7C3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F744E-0FEF-5C4F-8A73-F952BAA81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753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F5564B-669D-631D-5D69-A3CBCD4B7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5D57B1-ADA8-117E-4122-AC7E66357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D3591-30BF-2D2D-63F7-7E951492A9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964E19-9161-C944-A14B-C88687E7A256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3DA24-976E-6280-8DCF-E33A9A750B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71884-65C6-208A-1590-185EFF422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0F744E-0FEF-5C4F-8A73-F952BAA81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078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B8F715-99F7-1447-9010-18B2A09749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113"/>
          <a:stretch>
            <a:fillRect/>
          </a:stretch>
        </p:blipFill>
        <p:spPr>
          <a:xfrm>
            <a:off x="1194376" y="115062"/>
            <a:ext cx="1938808" cy="32956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B16BC9-7731-67C1-A6E6-57534C5C52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113"/>
          <a:stretch>
            <a:fillRect/>
          </a:stretch>
        </p:blipFill>
        <p:spPr>
          <a:xfrm flipH="1">
            <a:off x="7671159" y="133350"/>
            <a:ext cx="1938808" cy="32956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8D39FE1-0BFE-4EBE-174C-B8F97FDE2A4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l="49952"/>
          <a:stretch>
            <a:fillRect/>
          </a:stretch>
        </p:blipFill>
        <p:spPr>
          <a:xfrm>
            <a:off x="3320285" y="257502"/>
            <a:ext cx="1584604" cy="177731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1E1C2DF-A07A-F636-5994-AC7C766E14F4}"/>
              </a:ext>
            </a:extLst>
          </p:cNvPr>
          <p:cNvSpPr txBox="1"/>
          <p:nvPr/>
        </p:nvSpPr>
        <p:spPr>
          <a:xfrm>
            <a:off x="4970031" y="1393555"/>
            <a:ext cx="510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22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F2EF37A-C409-D52C-4CFB-71B944383CE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rcRect l="45483"/>
          <a:stretch>
            <a:fillRect/>
          </a:stretch>
        </p:blipFill>
        <p:spPr>
          <a:xfrm>
            <a:off x="3131001" y="2016525"/>
            <a:ext cx="1588970" cy="14124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E7951E9-61B8-6B91-0743-47AC3C5B2F6A}"/>
              </a:ext>
            </a:extLst>
          </p:cNvPr>
          <p:cNvSpPr txBox="1"/>
          <p:nvPr/>
        </p:nvSpPr>
        <p:spPr>
          <a:xfrm>
            <a:off x="4832458" y="2511858"/>
            <a:ext cx="474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26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33890BF-22FB-624D-0C7A-0E81D93672E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l="49952"/>
          <a:stretch>
            <a:fillRect/>
          </a:stretch>
        </p:blipFill>
        <p:spPr>
          <a:xfrm>
            <a:off x="9799251" y="275789"/>
            <a:ext cx="1584604" cy="177731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81DBD74-05BF-E8CD-2A1D-7A9CA377042A}"/>
              </a:ext>
            </a:extLst>
          </p:cNvPr>
          <p:cNvSpPr txBox="1"/>
          <p:nvPr/>
        </p:nvSpPr>
        <p:spPr>
          <a:xfrm>
            <a:off x="11448997" y="1411842"/>
            <a:ext cx="510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22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1F7A7E2-BA10-F291-6E7D-04ED0888FEB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rcRect l="45483"/>
          <a:stretch>
            <a:fillRect/>
          </a:stretch>
        </p:blipFill>
        <p:spPr>
          <a:xfrm>
            <a:off x="9609967" y="2034812"/>
            <a:ext cx="1588970" cy="14124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23D8366-493D-5DE8-EFA2-7EF30ABEF171}"/>
              </a:ext>
            </a:extLst>
          </p:cNvPr>
          <p:cNvSpPr txBox="1"/>
          <p:nvPr/>
        </p:nvSpPr>
        <p:spPr>
          <a:xfrm>
            <a:off x="11311424" y="2530145"/>
            <a:ext cx="474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26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DBA5DF6-732F-FB0C-4EDF-1CD5642F90C9}"/>
              </a:ext>
            </a:extLst>
          </p:cNvPr>
          <p:cNvGrpSpPr/>
          <p:nvPr/>
        </p:nvGrpSpPr>
        <p:grpSpPr>
          <a:xfrm>
            <a:off x="5578935" y="1313655"/>
            <a:ext cx="1635664" cy="898463"/>
            <a:chOff x="4624960" y="1834551"/>
            <a:chExt cx="2398974" cy="1317746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CBDF1E2-2771-6460-9AE2-D6632EF5EF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4624960" y="1834551"/>
              <a:ext cx="2398974" cy="1317746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7AAE2D6-229F-7087-E388-745F40E911E8}"/>
                </a:ext>
              </a:extLst>
            </p:cNvPr>
            <p:cNvCxnSpPr>
              <a:cxnSpLocks/>
            </p:cNvCxnSpPr>
            <p:nvPr/>
          </p:nvCxnSpPr>
          <p:spPr>
            <a:xfrm>
              <a:off x="5616233" y="1834551"/>
              <a:ext cx="118055" cy="1317746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6871A26D-79DE-C729-373F-9B26A89C0376}"/>
              </a:ext>
            </a:extLst>
          </p:cNvPr>
          <p:cNvSpPr txBox="1"/>
          <p:nvPr/>
        </p:nvSpPr>
        <p:spPr>
          <a:xfrm>
            <a:off x="114300" y="310243"/>
            <a:ext cx="1418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4P10_A1_</a:t>
            </a:r>
            <a:r>
              <a:rPr lang="en-US" b="1" dirty="0"/>
              <a:t>A1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E83986-3699-A884-D761-8F15D2FBA96A}"/>
              </a:ext>
            </a:extLst>
          </p:cNvPr>
          <p:cNvSpPr txBox="1"/>
          <p:nvPr/>
        </p:nvSpPr>
        <p:spPr>
          <a:xfrm>
            <a:off x="5983644" y="275789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4P10_A1_</a:t>
            </a:r>
            <a:r>
              <a:rPr lang="en-US" b="1" dirty="0"/>
              <a:t>A2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1F8840C-F8EF-00D8-1E81-B1BEA40AFF2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55905"/>
          <a:stretch>
            <a:fillRect/>
          </a:stretch>
        </p:blipFill>
        <p:spPr>
          <a:xfrm>
            <a:off x="991952" y="3328017"/>
            <a:ext cx="1464984" cy="341492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0433705-2B8B-81A7-4FAD-C0718568221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4501" r="-1"/>
          <a:stretch>
            <a:fillRect/>
          </a:stretch>
        </p:blipFill>
        <p:spPr>
          <a:xfrm flipH="1">
            <a:off x="5663951" y="3038394"/>
            <a:ext cx="2022900" cy="37465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A773EFA-FE03-EF95-584B-65E984203CEA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</a:blip>
          <a:srcRect l="51680" b="34970"/>
          <a:stretch>
            <a:fillRect/>
          </a:stretch>
        </p:blipFill>
        <p:spPr>
          <a:xfrm>
            <a:off x="2516047" y="4150997"/>
            <a:ext cx="1345051" cy="1561034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6EA8706-1C24-AA04-4847-108B72CD21F7}"/>
              </a:ext>
            </a:extLst>
          </p:cNvPr>
          <p:cNvSpPr txBox="1"/>
          <p:nvPr/>
        </p:nvSpPr>
        <p:spPr>
          <a:xfrm>
            <a:off x="4149436" y="6040582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</a:t>
            </a: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8FB99C52-7DFE-B63F-AE46-2052467F1A6F}"/>
              </a:ext>
            </a:extLst>
          </p:cNvPr>
          <p:cNvSpPr/>
          <p:nvPr/>
        </p:nvSpPr>
        <p:spPr>
          <a:xfrm flipH="1">
            <a:off x="2715491" y="3634145"/>
            <a:ext cx="290946" cy="716182"/>
          </a:xfrm>
          <a:custGeom>
            <a:avLst/>
            <a:gdLst>
              <a:gd name="csX0" fmla="*/ 249382 w 290946"/>
              <a:gd name="csY0" fmla="*/ 65018 h 716182"/>
              <a:gd name="csX1" fmla="*/ 166255 w 290946"/>
              <a:gd name="csY1" fmla="*/ 127364 h 716182"/>
              <a:gd name="csX2" fmla="*/ 124691 w 290946"/>
              <a:gd name="csY2" fmla="*/ 162000 h 716182"/>
              <a:gd name="csX3" fmla="*/ 90055 w 290946"/>
              <a:gd name="csY3" fmla="*/ 182782 h 716182"/>
              <a:gd name="csX4" fmla="*/ 55418 w 290946"/>
              <a:gd name="csY4" fmla="*/ 224346 h 716182"/>
              <a:gd name="csX5" fmla="*/ 41564 w 290946"/>
              <a:gd name="csY5" fmla="*/ 362891 h 716182"/>
              <a:gd name="csX6" fmla="*/ 13855 w 290946"/>
              <a:gd name="csY6" fmla="*/ 418309 h 716182"/>
              <a:gd name="csX7" fmla="*/ 0 w 290946"/>
              <a:gd name="csY7" fmla="*/ 459873 h 716182"/>
              <a:gd name="csX8" fmla="*/ 6927 w 290946"/>
              <a:gd name="csY8" fmla="*/ 529146 h 716182"/>
              <a:gd name="csX9" fmla="*/ 13855 w 290946"/>
              <a:gd name="csY9" fmla="*/ 549927 h 716182"/>
              <a:gd name="csX10" fmla="*/ 34637 w 290946"/>
              <a:gd name="csY10" fmla="*/ 570709 h 716182"/>
              <a:gd name="csX11" fmla="*/ 62346 w 290946"/>
              <a:gd name="csY11" fmla="*/ 612273 h 716182"/>
              <a:gd name="csX12" fmla="*/ 103909 w 290946"/>
              <a:gd name="csY12" fmla="*/ 639982 h 716182"/>
              <a:gd name="csX13" fmla="*/ 124691 w 290946"/>
              <a:gd name="csY13" fmla="*/ 653837 h 716182"/>
              <a:gd name="csX14" fmla="*/ 187037 w 290946"/>
              <a:gd name="csY14" fmla="*/ 709255 h 716182"/>
              <a:gd name="csX15" fmla="*/ 207818 w 290946"/>
              <a:gd name="csY15" fmla="*/ 716182 h 716182"/>
              <a:gd name="csX16" fmla="*/ 228600 w 290946"/>
              <a:gd name="csY16" fmla="*/ 702327 h 716182"/>
              <a:gd name="csX17" fmla="*/ 256309 w 290946"/>
              <a:gd name="csY17" fmla="*/ 653837 h 716182"/>
              <a:gd name="csX18" fmla="*/ 284018 w 290946"/>
              <a:gd name="csY18" fmla="*/ 591491 h 716182"/>
              <a:gd name="csX19" fmla="*/ 290946 w 290946"/>
              <a:gd name="csY19" fmla="*/ 549927 h 716182"/>
              <a:gd name="csX20" fmla="*/ 277091 w 290946"/>
              <a:gd name="csY20" fmla="*/ 390600 h 716182"/>
              <a:gd name="csX21" fmla="*/ 270164 w 290946"/>
              <a:gd name="csY21" fmla="*/ 106582 h 716182"/>
              <a:gd name="csX22" fmla="*/ 263237 w 290946"/>
              <a:gd name="csY22" fmla="*/ 51164 h 716182"/>
              <a:gd name="csX23" fmla="*/ 256309 w 290946"/>
              <a:gd name="csY23" fmla="*/ 2673 h 716182"/>
              <a:gd name="csX24" fmla="*/ 235527 w 290946"/>
              <a:gd name="csY24" fmla="*/ 2673 h 7161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290946" h="716182">
                <a:moveTo>
                  <a:pt x="249382" y="65018"/>
                </a:moveTo>
                <a:cubicBezTo>
                  <a:pt x="221673" y="85800"/>
                  <a:pt x="193595" y="106099"/>
                  <a:pt x="166255" y="127364"/>
                </a:cubicBezTo>
                <a:cubicBezTo>
                  <a:pt x="152019" y="138436"/>
                  <a:pt x="139276" y="151393"/>
                  <a:pt x="124691" y="162000"/>
                </a:cubicBezTo>
                <a:cubicBezTo>
                  <a:pt x="113802" y="169919"/>
                  <a:pt x="100826" y="174703"/>
                  <a:pt x="90055" y="182782"/>
                </a:cubicBezTo>
                <a:cubicBezTo>
                  <a:pt x="72276" y="196117"/>
                  <a:pt x="67152" y="206745"/>
                  <a:pt x="55418" y="224346"/>
                </a:cubicBezTo>
                <a:cubicBezTo>
                  <a:pt x="50800" y="270528"/>
                  <a:pt x="51289" y="317509"/>
                  <a:pt x="41564" y="362891"/>
                </a:cubicBezTo>
                <a:cubicBezTo>
                  <a:pt x="37237" y="383086"/>
                  <a:pt x="20386" y="398716"/>
                  <a:pt x="13855" y="418309"/>
                </a:cubicBezTo>
                <a:lnTo>
                  <a:pt x="0" y="459873"/>
                </a:lnTo>
                <a:cubicBezTo>
                  <a:pt x="2309" y="482964"/>
                  <a:pt x="3398" y="506210"/>
                  <a:pt x="6927" y="529146"/>
                </a:cubicBezTo>
                <a:cubicBezTo>
                  <a:pt x="8037" y="536363"/>
                  <a:pt x="9805" y="543852"/>
                  <a:pt x="13855" y="549927"/>
                </a:cubicBezTo>
                <a:cubicBezTo>
                  <a:pt x="19289" y="558078"/>
                  <a:pt x="28622" y="562976"/>
                  <a:pt x="34637" y="570709"/>
                </a:cubicBezTo>
                <a:cubicBezTo>
                  <a:pt x="44860" y="583853"/>
                  <a:pt x="48491" y="603037"/>
                  <a:pt x="62346" y="612273"/>
                </a:cubicBezTo>
                <a:lnTo>
                  <a:pt x="103909" y="639982"/>
                </a:lnTo>
                <a:cubicBezTo>
                  <a:pt x="110836" y="644600"/>
                  <a:pt x="118804" y="647950"/>
                  <a:pt x="124691" y="653837"/>
                </a:cubicBezTo>
                <a:cubicBezTo>
                  <a:pt x="143049" y="672194"/>
                  <a:pt x="162315" y="696894"/>
                  <a:pt x="187037" y="709255"/>
                </a:cubicBezTo>
                <a:cubicBezTo>
                  <a:pt x="193568" y="712520"/>
                  <a:pt x="200891" y="713873"/>
                  <a:pt x="207818" y="716182"/>
                </a:cubicBezTo>
                <a:cubicBezTo>
                  <a:pt x="214745" y="711564"/>
                  <a:pt x="222713" y="708214"/>
                  <a:pt x="228600" y="702327"/>
                </a:cubicBezTo>
                <a:cubicBezTo>
                  <a:pt x="237518" y="693409"/>
                  <a:pt x="251961" y="663621"/>
                  <a:pt x="256309" y="653837"/>
                </a:cubicBezTo>
                <a:cubicBezTo>
                  <a:pt x="291688" y="574233"/>
                  <a:pt x="249914" y="659702"/>
                  <a:pt x="284018" y="591491"/>
                </a:cubicBezTo>
                <a:cubicBezTo>
                  <a:pt x="286327" y="577636"/>
                  <a:pt x="290946" y="563973"/>
                  <a:pt x="290946" y="549927"/>
                </a:cubicBezTo>
                <a:cubicBezTo>
                  <a:pt x="290946" y="523819"/>
                  <a:pt x="280301" y="422706"/>
                  <a:pt x="277091" y="390600"/>
                </a:cubicBezTo>
                <a:cubicBezTo>
                  <a:pt x="274782" y="295927"/>
                  <a:pt x="274026" y="201204"/>
                  <a:pt x="270164" y="106582"/>
                </a:cubicBezTo>
                <a:cubicBezTo>
                  <a:pt x="269405" y="87981"/>
                  <a:pt x="265697" y="69617"/>
                  <a:pt x="263237" y="51164"/>
                </a:cubicBezTo>
                <a:cubicBezTo>
                  <a:pt x="261079" y="34979"/>
                  <a:pt x="264410" y="16849"/>
                  <a:pt x="256309" y="2673"/>
                </a:cubicBezTo>
                <a:cubicBezTo>
                  <a:pt x="252872" y="-3342"/>
                  <a:pt x="242454" y="2673"/>
                  <a:pt x="235527" y="2673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665B704-48A3-F23D-0344-B9F7EB10AF62}"/>
              </a:ext>
            </a:extLst>
          </p:cNvPr>
          <p:cNvSpPr txBox="1"/>
          <p:nvPr/>
        </p:nvSpPr>
        <p:spPr>
          <a:xfrm>
            <a:off x="2959334" y="3815566"/>
            <a:ext cx="2380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Cerebellum somehow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B5C89DA-5773-6C12-5FBC-9A166CBC4CE5}"/>
              </a:ext>
            </a:extLst>
          </p:cNvPr>
          <p:cNvSpPr txBox="1"/>
          <p:nvPr/>
        </p:nvSpPr>
        <p:spPr>
          <a:xfrm>
            <a:off x="4037610" y="4542312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F1B923C2-ABB1-A0B8-8C30-A96312939F3C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</a:blip>
          <a:srcRect l="49415"/>
          <a:stretch>
            <a:fillRect/>
          </a:stretch>
        </p:blipFill>
        <p:spPr>
          <a:xfrm>
            <a:off x="2452071" y="5698880"/>
            <a:ext cx="1236379" cy="82701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AE9C696-ABB2-2B9E-E6A5-245051877BCE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/>
          </a:blip>
          <a:srcRect l="47752"/>
          <a:stretch>
            <a:fillRect/>
          </a:stretch>
        </p:blipFill>
        <p:spPr>
          <a:xfrm>
            <a:off x="7671159" y="3903460"/>
            <a:ext cx="1612132" cy="2558355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46FAD2E6-B8BF-6BBE-83CC-3073E62603EB}"/>
              </a:ext>
            </a:extLst>
          </p:cNvPr>
          <p:cNvSpPr txBox="1"/>
          <p:nvPr/>
        </p:nvSpPr>
        <p:spPr>
          <a:xfrm>
            <a:off x="9446996" y="4517893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95B81290-492D-B556-E3C3-A1271FF56E09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/>
          </a:blip>
          <a:srcRect l="45739"/>
          <a:stretch>
            <a:fillRect/>
          </a:stretch>
        </p:blipFill>
        <p:spPr>
          <a:xfrm>
            <a:off x="7686851" y="5657193"/>
            <a:ext cx="1287663" cy="859494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5D0E8DDE-4914-7CA5-1EDC-672DB629670A}"/>
              </a:ext>
            </a:extLst>
          </p:cNvPr>
          <p:cNvSpPr txBox="1"/>
          <p:nvPr/>
        </p:nvSpPr>
        <p:spPr>
          <a:xfrm>
            <a:off x="9628414" y="5763986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AD9BDB9-9B34-1C39-114F-62BE502A6334}"/>
              </a:ext>
            </a:extLst>
          </p:cNvPr>
          <p:cNvGrpSpPr/>
          <p:nvPr/>
        </p:nvGrpSpPr>
        <p:grpSpPr>
          <a:xfrm>
            <a:off x="4149435" y="5001205"/>
            <a:ext cx="1635664" cy="947447"/>
            <a:chOff x="4624960" y="1834551"/>
            <a:chExt cx="2398974" cy="1389589"/>
          </a:xfrm>
        </p:grpSpPr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AFA848B7-4545-B03C-6A07-A7A24E5F1B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4624960" y="1834551"/>
              <a:ext cx="2398974" cy="1317746"/>
            </a:xfrm>
            <a:prstGeom prst="rect">
              <a:avLst/>
            </a:prstGeom>
          </p:spPr>
        </p:pic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064236C-C79B-A741-4B43-50CE4369D0EA}"/>
                </a:ext>
              </a:extLst>
            </p:cNvPr>
            <p:cNvCxnSpPr>
              <a:cxnSpLocks/>
            </p:cNvCxnSpPr>
            <p:nvPr/>
          </p:nvCxnSpPr>
          <p:spPr>
            <a:xfrm>
              <a:off x="5579929" y="1834551"/>
              <a:ext cx="70189" cy="1389589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66277C6-A0F7-4264-5A65-6409C633DC4C}"/>
              </a:ext>
            </a:extLst>
          </p:cNvPr>
          <p:cNvGrpSpPr/>
          <p:nvPr/>
        </p:nvGrpSpPr>
        <p:grpSpPr>
          <a:xfrm>
            <a:off x="10179582" y="4764584"/>
            <a:ext cx="1635664" cy="947447"/>
            <a:chOff x="4624960" y="1834551"/>
            <a:chExt cx="2398974" cy="1389589"/>
          </a:xfrm>
        </p:grpSpPr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0CBCF145-8D5A-A431-ACC8-8261ED46C4B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4624960" y="1834551"/>
              <a:ext cx="2398974" cy="1317746"/>
            </a:xfrm>
            <a:prstGeom prst="rect">
              <a:avLst/>
            </a:prstGeom>
          </p:spPr>
        </p:pic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D105692-D0FC-0CBD-837B-9DCEAA18F06E}"/>
                </a:ext>
              </a:extLst>
            </p:cNvPr>
            <p:cNvCxnSpPr>
              <a:cxnSpLocks/>
            </p:cNvCxnSpPr>
            <p:nvPr/>
          </p:nvCxnSpPr>
          <p:spPr>
            <a:xfrm>
              <a:off x="5597423" y="1834551"/>
              <a:ext cx="52694" cy="1389589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FAFB757C-BF86-B216-B021-BD74894A34CE}"/>
              </a:ext>
            </a:extLst>
          </p:cNvPr>
          <p:cNvSpPr txBox="1"/>
          <p:nvPr/>
        </p:nvSpPr>
        <p:spPr>
          <a:xfrm>
            <a:off x="448129" y="3634145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4P10_A1_</a:t>
            </a:r>
            <a:r>
              <a:rPr lang="en-US" b="1" dirty="0"/>
              <a:t>B1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7F3D51E-E554-350B-98E9-D835DBC59942}"/>
              </a:ext>
            </a:extLst>
          </p:cNvPr>
          <p:cNvSpPr txBox="1"/>
          <p:nvPr/>
        </p:nvSpPr>
        <p:spPr>
          <a:xfrm>
            <a:off x="8923403" y="3504816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4P10_A1_</a:t>
            </a:r>
            <a:r>
              <a:rPr lang="en-US" b="1" dirty="0"/>
              <a:t>B2</a:t>
            </a:r>
          </a:p>
        </p:txBody>
      </p:sp>
      <p:sp>
        <p:nvSpPr>
          <p:cNvPr id="59" name="Freeform 58">
            <a:extLst>
              <a:ext uri="{FF2B5EF4-FFF2-40B4-BE49-F238E27FC236}">
                <a16:creationId xmlns:a16="http://schemas.microsoft.com/office/drawing/2014/main" id="{C0F489D4-EFD0-BEFD-3BC8-9E012099A4F9}"/>
              </a:ext>
            </a:extLst>
          </p:cNvPr>
          <p:cNvSpPr/>
          <p:nvPr/>
        </p:nvSpPr>
        <p:spPr>
          <a:xfrm flipH="1">
            <a:off x="7803503" y="3410712"/>
            <a:ext cx="290946" cy="716182"/>
          </a:xfrm>
          <a:custGeom>
            <a:avLst/>
            <a:gdLst>
              <a:gd name="csX0" fmla="*/ 249382 w 290946"/>
              <a:gd name="csY0" fmla="*/ 65018 h 716182"/>
              <a:gd name="csX1" fmla="*/ 166255 w 290946"/>
              <a:gd name="csY1" fmla="*/ 127364 h 716182"/>
              <a:gd name="csX2" fmla="*/ 124691 w 290946"/>
              <a:gd name="csY2" fmla="*/ 162000 h 716182"/>
              <a:gd name="csX3" fmla="*/ 90055 w 290946"/>
              <a:gd name="csY3" fmla="*/ 182782 h 716182"/>
              <a:gd name="csX4" fmla="*/ 55418 w 290946"/>
              <a:gd name="csY4" fmla="*/ 224346 h 716182"/>
              <a:gd name="csX5" fmla="*/ 41564 w 290946"/>
              <a:gd name="csY5" fmla="*/ 362891 h 716182"/>
              <a:gd name="csX6" fmla="*/ 13855 w 290946"/>
              <a:gd name="csY6" fmla="*/ 418309 h 716182"/>
              <a:gd name="csX7" fmla="*/ 0 w 290946"/>
              <a:gd name="csY7" fmla="*/ 459873 h 716182"/>
              <a:gd name="csX8" fmla="*/ 6927 w 290946"/>
              <a:gd name="csY8" fmla="*/ 529146 h 716182"/>
              <a:gd name="csX9" fmla="*/ 13855 w 290946"/>
              <a:gd name="csY9" fmla="*/ 549927 h 716182"/>
              <a:gd name="csX10" fmla="*/ 34637 w 290946"/>
              <a:gd name="csY10" fmla="*/ 570709 h 716182"/>
              <a:gd name="csX11" fmla="*/ 62346 w 290946"/>
              <a:gd name="csY11" fmla="*/ 612273 h 716182"/>
              <a:gd name="csX12" fmla="*/ 103909 w 290946"/>
              <a:gd name="csY12" fmla="*/ 639982 h 716182"/>
              <a:gd name="csX13" fmla="*/ 124691 w 290946"/>
              <a:gd name="csY13" fmla="*/ 653837 h 716182"/>
              <a:gd name="csX14" fmla="*/ 187037 w 290946"/>
              <a:gd name="csY14" fmla="*/ 709255 h 716182"/>
              <a:gd name="csX15" fmla="*/ 207818 w 290946"/>
              <a:gd name="csY15" fmla="*/ 716182 h 716182"/>
              <a:gd name="csX16" fmla="*/ 228600 w 290946"/>
              <a:gd name="csY16" fmla="*/ 702327 h 716182"/>
              <a:gd name="csX17" fmla="*/ 256309 w 290946"/>
              <a:gd name="csY17" fmla="*/ 653837 h 716182"/>
              <a:gd name="csX18" fmla="*/ 284018 w 290946"/>
              <a:gd name="csY18" fmla="*/ 591491 h 716182"/>
              <a:gd name="csX19" fmla="*/ 290946 w 290946"/>
              <a:gd name="csY19" fmla="*/ 549927 h 716182"/>
              <a:gd name="csX20" fmla="*/ 277091 w 290946"/>
              <a:gd name="csY20" fmla="*/ 390600 h 716182"/>
              <a:gd name="csX21" fmla="*/ 270164 w 290946"/>
              <a:gd name="csY21" fmla="*/ 106582 h 716182"/>
              <a:gd name="csX22" fmla="*/ 263237 w 290946"/>
              <a:gd name="csY22" fmla="*/ 51164 h 716182"/>
              <a:gd name="csX23" fmla="*/ 256309 w 290946"/>
              <a:gd name="csY23" fmla="*/ 2673 h 716182"/>
              <a:gd name="csX24" fmla="*/ 235527 w 290946"/>
              <a:gd name="csY24" fmla="*/ 2673 h 71618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290946" h="716182">
                <a:moveTo>
                  <a:pt x="249382" y="65018"/>
                </a:moveTo>
                <a:cubicBezTo>
                  <a:pt x="221673" y="85800"/>
                  <a:pt x="193595" y="106099"/>
                  <a:pt x="166255" y="127364"/>
                </a:cubicBezTo>
                <a:cubicBezTo>
                  <a:pt x="152019" y="138436"/>
                  <a:pt x="139276" y="151393"/>
                  <a:pt x="124691" y="162000"/>
                </a:cubicBezTo>
                <a:cubicBezTo>
                  <a:pt x="113802" y="169919"/>
                  <a:pt x="100826" y="174703"/>
                  <a:pt x="90055" y="182782"/>
                </a:cubicBezTo>
                <a:cubicBezTo>
                  <a:pt x="72276" y="196117"/>
                  <a:pt x="67152" y="206745"/>
                  <a:pt x="55418" y="224346"/>
                </a:cubicBezTo>
                <a:cubicBezTo>
                  <a:pt x="50800" y="270528"/>
                  <a:pt x="51289" y="317509"/>
                  <a:pt x="41564" y="362891"/>
                </a:cubicBezTo>
                <a:cubicBezTo>
                  <a:pt x="37237" y="383086"/>
                  <a:pt x="20386" y="398716"/>
                  <a:pt x="13855" y="418309"/>
                </a:cubicBezTo>
                <a:lnTo>
                  <a:pt x="0" y="459873"/>
                </a:lnTo>
                <a:cubicBezTo>
                  <a:pt x="2309" y="482964"/>
                  <a:pt x="3398" y="506210"/>
                  <a:pt x="6927" y="529146"/>
                </a:cubicBezTo>
                <a:cubicBezTo>
                  <a:pt x="8037" y="536363"/>
                  <a:pt x="9805" y="543852"/>
                  <a:pt x="13855" y="549927"/>
                </a:cubicBezTo>
                <a:cubicBezTo>
                  <a:pt x="19289" y="558078"/>
                  <a:pt x="28622" y="562976"/>
                  <a:pt x="34637" y="570709"/>
                </a:cubicBezTo>
                <a:cubicBezTo>
                  <a:pt x="44860" y="583853"/>
                  <a:pt x="48491" y="603037"/>
                  <a:pt x="62346" y="612273"/>
                </a:cubicBezTo>
                <a:lnTo>
                  <a:pt x="103909" y="639982"/>
                </a:lnTo>
                <a:cubicBezTo>
                  <a:pt x="110836" y="644600"/>
                  <a:pt x="118804" y="647950"/>
                  <a:pt x="124691" y="653837"/>
                </a:cubicBezTo>
                <a:cubicBezTo>
                  <a:pt x="143049" y="672194"/>
                  <a:pt x="162315" y="696894"/>
                  <a:pt x="187037" y="709255"/>
                </a:cubicBezTo>
                <a:cubicBezTo>
                  <a:pt x="193568" y="712520"/>
                  <a:pt x="200891" y="713873"/>
                  <a:pt x="207818" y="716182"/>
                </a:cubicBezTo>
                <a:cubicBezTo>
                  <a:pt x="214745" y="711564"/>
                  <a:pt x="222713" y="708214"/>
                  <a:pt x="228600" y="702327"/>
                </a:cubicBezTo>
                <a:cubicBezTo>
                  <a:pt x="237518" y="693409"/>
                  <a:pt x="251961" y="663621"/>
                  <a:pt x="256309" y="653837"/>
                </a:cubicBezTo>
                <a:cubicBezTo>
                  <a:pt x="291688" y="574233"/>
                  <a:pt x="249914" y="659702"/>
                  <a:pt x="284018" y="591491"/>
                </a:cubicBezTo>
                <a:cubicBezTo>
                  <a:pt x="286327" y="577636"/>
                  <a:pt x="290946" y="563973"/>
                  <a:pt x="290946" y="549927"/>
                </a:cubicBezTo>
                <a:cubicBezTo>
                  <a:pt x="290946" y="523819"/>
                  <a:pt x="280301" y="422706"/>
                  <a:pt x="277091" y="390600"/>
                </a:cubicBezTo>
                <a:cubicBezTo>
                  <a:pt x="274782" y="295927"/>
                  <a:pt x="274026" y="201204"/>
                  <a:pt x="270164" y="106582"/>
                </a:cubicBezTo>
                <a:cubicBezTo>
                  <a:pt x="269405" y="87981"/>
                  <a:pt x="265697" y="69617"/>
                  <a:pt x="263237" y="51164"/>
                </a:cubicBezTo>
                <a:cubicBezTo>
                  <a:pt x="261079" y="34979"/>
                  <a:pt x="264410" y="16849"/>
                  <a:pt x="256309" y="2673"/>
                </a:cubicBezTo>
                <a:cubicBezTo>
                  <a:pt x="252872" y="-3342"/>
                  <a:pt x="242454" y="2673"/>
                  <a:pt x="235527" y="2673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620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5A7C8D-6F78-0FD0-F865-C4C2D2F50B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4654"/>
          <a:stretch>
            <a:fillRect/>
          </a:stretch>
        </p:blipFill>
        <p:spPr>
          <a:xfrm rot="857139">
            <a:off x="1479654" y="726440"/>
            <a:ext cx="1733435" cy="2844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4973F1-BBAB-B4A3-DEB0-389E2971D0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693"/>
          <a:stretch>
            <a:fillRect/>
          </a:stretch>
        </p:blipFill>
        <p:spPr>
          <a:xfrm rot="2277185" flipH="1">
            <a:off x="7233183" y="464717"/>
            <a:ext cx="2381807" cy="2844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A7C3AD-C53D-14BB-8282-6C569B95C517}"/>
              </a:ext>
            </a:extLst>
          </p:cNvPr>
          <p:cNvSpPr txBox="1"/>
          <p:nvPr/>
        </p:nvSpPr>
        <p:spPr>
          <a:xfrm>
            <a:off x="1579418" y="315884"/>
            <a:ext cx="8234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More of these mystery sections that I cant figure out they have to be like 5-7 surely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27F7FF-290C-59B9-986E-CA80DED299B6}"/>
              </a:ext>
            </a:extLst>
          </p:cNvPr>
          <p:cNvSpPr txBox="1"/>
          <p:nvPr/>
        </p:nvSpPr>
        <p:spPr>
          <a:xfrm>
            <a:off x="442773" y="741222"/>
            <a:ext cx="1446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4P10_A1_</a:t>
            </a:r>
            <a:r>
              <a:rPr lang="en-US" b="1" dirty="0"/>
              <a:t>C1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991C25-8C4E-DE87-F17F-F093210039DC}"/>
              </a:ext>
            </a:extLst>
          </p:cNvPr>
          <p:cNvSpPr txBox="1"/>
          <p:nvPr/>
        </p:nvSpPr>
        <p:spPr>
          <a:xfrm>
            <a:off x="6917101" y="889286"/>
            <a:ext cx="1446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4P10_A1_</a:t>
            </a:r>
            <a:r>
              <a:rPr lang="en-US" b="1" dirty="0"/>
              <a:t>C2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C6B56F-7695-7CF1-E7BD-D0043469B7C7}"/>
              </a:ext>
            </a:extLst>
          </p:cNvPr>
          <p:cNvSpPr txBox="1"/>
          <p:nvPr/>
        </p:nvSpPr>
        <p:spPr>
          <a:xfrm>
            <a:off x="557715" y="3612464"/>
            <a:ext cx="1446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4P10_A1_</a:t>
            </a:r>
            <a:r>
              <a:rPr lang="en-US" b="1" dirty="0"/>
              <a:t>D1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3D97F6C-8CED-C4F9-3655-ED87678A2E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280"/>
          <a:stretch>
            <a:fillRect/>
          </a:stretch>
        </p:blipFill>
        <p:spPr>
          <a:xfrm>
            <a:off x="856303" y="4224284"/>
            <a:ext cx="1446230" cy="22594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C38FF8C-33A7-C3D0-71F2-2635C714A3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372"/>
          <a:stretch>
            <a:fillRect/>
          </a:stretch>
        </p:blipFill>
        <p:spPr>
          <a:xfrm flipH="1">
            <a:off x="7640216" y="4224284"/>
            <a:ext cx="1229689" cy="225942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4554ECF-8295-6479-54AA-5C213EE9D2B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0000"/>
          </a:blip>
          <a:srcRect l="52673" b="33025"/>
          <a:stretch>
            <a:fillRect/>
          </a:stretch>
        </p:blipFill>
        <p:spPr>
          <a:xfrm>
            <a:off x="8832500" y="4224284"/>
            <a:ext cx="1092011" cy="142289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69B6C1B-75B5-6376-307D-3CDD83C8D2D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0000"/>
          </a:blip>
          <a:srcRect l="44768"/>
          <a:stretch>
            <a:fillRect/>
          </a:stretch>
        </p:blipFill>
        <p:spPr>
          <a:xfrm>
            <a:off x="8832500" y="5586123"/>
            <a:ext cx="1092011" cy="76518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4F22F7A-D302-D2F7-6129-DA25DBA29048}"/>
              </a:ext>
            </a:extLst>
          </p:cNvPr>
          <p:cNvSpPr txBox="1"/>
          <p:nvPr/>
        </p:nvSpPr>
        <p:spPr>
          <a:xfrm>
            <a:off x="10022167" y="578404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E5A76A-54D4-5B3E-AB97-E73F16EE24A8}"/>
              </a:ext>
            </a:extLst>
          </p:cNvPr>
          <p:cNvSpPr txBox="1"/>
          <p:nvPr/>
        </p:nvSpPr>
        <p:spPr>
          <a:xfrm>
            <a:off x="10082151" y="4762005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13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DB9299E-184E-2E54-5113-233216AB8A1F}"/>
              </a:ext>
            </a:extLst>
          </p:cNvPr>
          <p:cNvGrpSpPr/>
          <p:nvPr/>
        </p:nvGrpSpPr>
        <p:grpSpPr>
          <a:xfrm>
            <a:off x="10453695" y="5102401"/>
            <a:ext cx="1635664" cy="898463"/>
            <a:chOff x="4624960" y="1834551"/>
            <a:chExt cx="2398974" cy="1317746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E1500CDE-6D86-8234-42D5-6B0AF0511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4624960" y="1834551"/>
              <a:ext cx="2398974" cy="1317746"/>
            </a:xfrm>
            <a:prstGeom prst="rect">
              <a:avLst/>
            </a:prstGeom>
          </p:spPr>
        </p:pic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E763BBD-898E-D1DA-0ABD-F91190C04C9B}"/>
                </a:ext>
              </a:extLst>
            </p:cNvPr>
            <p:cNvCxnSpPr>
              <a:cxnSpLocks/>
            </p:cNvCxnSpPr>
            <p:nvPr/>
          </p:nvCxnSpPr>
          <p:spPr>
            <a:xfrm>
              <a:off x="5458753" y="1834551"/>
              <a:ext cx="64904" cy="1317746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C0956B6A-8A0A-9B5B-C292-E90979BA2A08}"/>
              </a:ext>
            </a:extLst>
          </p:cNvPr>
          <p:cNvSpPr txBox="1"/>
          <p:nvPr/>
        </p:nvSpPr>
        <p:spPr>
          <a:xfrm>
            <a:off x="728662" y="4000792"/>
            <a:ext cx="4770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 think this is a fold here so should be excluded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CFEA0F2-D9E9-B5B0-4EC4-28AD7ACFA73B}"/>
              </a:ext>
            </a:extLst>
          </p:cNvPr>
          <p:cNvCxnSpPr/>
          <p:nvPr/>
        </p:nvCxnSpPr>
        <p:spPr>
          <a:xfrm>
            <a:off x="856303" y="4395788"/>
            <a:ext cx="299165" cy="7066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D1921A9-036B-B588-42CE-BB1D613E7495}"/>
              </a:ext>
            </a:extLst>
          </p:cNvPr>
          <p:cNvSpPr txBox="1"/>
          <p:nvPr/>
        </p:nvSpPr>
        <p:spPr>
          <a:xfrm>
            <a:off x="3977931" y="6290140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97F0BC33-7D38-6410-361B-6DE1165B18ED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</a:blip>
          <a:srcRect l="50786"/>
          <a:stretch>
            <a:fillRect/>
          </a:stretch>
        </p:blipFill>
        <p:spPr>
          <a:xfrm>
            <a:off x="2402634" y="4219290"/>
            <a:ext cx="986662" cy="1176346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A9A64113-A9F9-A345-F98F-952DB9148734}"/>
              </a:ext>
            </a:extLst>
          </p:cNvPr>
          <p:cNvSpPr txBox="1"/>
          <p:nvPr/>
        </p:nvSpPr>
        <p:spPr>
          <a:xfrm>
            <a:off x="3541923" y="4715219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7A416B86-492E-5F36-5AFB-BB8F2E48C61A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</a:blip>
          <a:srcRect l="50509"/>
          <a:stretch>
            <a:fillRect/>
          </a:stretch>
        </p:blipFill>
        <p:spPr>
          <a:xfrm>
            <a:off x="2430175" y="5270938"/>
            <a:ext cx="1859438" cy="129855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43B66E82-9100-29CC-8F3E-E1A99D782A78}"/>
              </a:ext>
            </a:extLst>
          </p:cNvPr>
          <p:cNvSpPr txBox="1"/>
          <p:nvPr/>
        </p:nvSpPr>
        <p:spPr>
          <a:xfrm>
            <a:off x="3482582" y="6402007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7A5967A-44F7-DFDB-C2DD-16A419A790F1}"/>
              </a:ext>
            </a:extLst>
          </p:cNvPr>
          <p:cNvSpPr txBox="1"/>
          <p:nvPr/>
        </p:nvSpPr>
        <p:spPr>
          <a:xfrm>
            <a:off x="3599302" y="5754816"/>
            <a:ext cx="1258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Missing OT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DD9AC57-BB2E-5D26-25F5-7E5E85ED584F}"/>
              </a:ext>
            </a:extLst>
          </p:cNvPr>
          <p:cNvGrpSpPr/>
          <p:nvPr/>
        </p:nvGrpSpPr>
        <p:grpSpPr>
          <a:xfrm>
            <a:off x="4637809" y="4812723"/>
            <a:ext cx="1635664" cy="898463"/>
            <a:chOff x="4624960" y="1834551"/>
            <a:chExt cx="2398974" cy="1317746"/>
          </a:xfrm>
        </p:grpSpPr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C7886C4E-69CD-6BA6-D0CE-4C86370AB7E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4624960" y="1834551"/>
              <a:ext cx="2398974" cy="1317746"/>
            </a:xfrm>
            <a:prstGeom prst="rect">
              <a:avLst/>
            </a:prstGeom>
          </p:spPr>
        </p:pic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6B41BB0E-2F30-048A-09BE-655C4F8A6DFE}"/>
                </a:ext>
              </a:extLst>
            </p:cNvPr>
            <p:cNvCxnSpPr>
              <a:cxnSpLocks/>
            </p:cNvCxnSpPr>
            <p:nvPr/>
          </p:nvCxnSpPr>
          <p:spPr>
            <a:xfrm>
              <a:off x="5448109" y="1834551"/>
              <a:ext cx="64904" cy="1317746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336C36F5-5A53-CD09-815E-ACCB1CC5D7E6}"/>
              </a:ext>
            </a:extLst>
          </p:cNvPr>
          <p:cNvSpPr txBox="1"/>
          <p:nvPr/>
        </p:nvSpPr>
        <p:spPr>
          <a:xfrm>
            <a:off x="6463795" y="3662222"/>
            <a:ext cx="1446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4P10_A1_</a:t>
            </a:r>
            <a:r>
              <a:rPr lang="en-US" b="1" dirty="0"/>
              <a:t>D2</a:t>
            </a:r>
          </a:p>
        </p:txBody>
      </p:sp>
    </p:spTree>
    <p:extLst>
      <p:ext uri="{BB962C8B-B14F-4D97-AF65-F5344CB8AC3E}">
        <p14:creationId xmlns:p14="http://schemas.microsoft.com/office/powerpoint/2010/main" val="389154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85</Words>
  <Application>Microsoft Macintosh PowerPoint</Application>
  <PresentationFormat>Widescreen</PresentationFormat>
  <Paragraphs>25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Graham, Gabriel J.</dc:creator>
  <cp:lastModifiedBy>Graham, Gabriel J.</cp:lastModifiedBy>
  <cp:revision>1</cp:revision>
  <dcterms:created xsi:type="dcterms:W3CDTF">2026-04-25T05:00:26Z</dcterms:created>
  <dcterms:modified xsi:type="dcterms:W3CDTF">2026-04-25T05:48:41Z</dcterms:modified>
</cp:coreProperties>
</file>
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9"/>
    <p:restoredTop sz="94658"/>
  </p:normalViewPr>
  <p:slideViewPr>
    <p:cSldViewPr snapToGrid="0">
      <p:cViewPr>
        <p:scale>
          <a:sx n="93" d="100"/>
          <a:sy n="93" d="100"/>
        </p:scale>
        <p:origin x="-30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24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1414 0 24575,'-8'3'0,"-8"-2"0,-10 1 0,-11-2 0,-5 0 0,1 0 0,2 0 0,0 0 0,-3 0 0,-4 1 0,-1 2 0,1 3 0,4 1 0,1-1 0,4-2 0,1-1 0,3 1 0,0 1 0,1 2 0,1 0 0,2 0 0,-1-2 0,1 0 0,-1-1 0,-4-1 0,-2 2 0,-4 2 0,1 0 0,3 2 0,4 0 0,5-2 0,5-1 0,5 2 0,4 2 0,2 2 0,-2 6 0,-2 5 0,-2 2 0,0 0 0,2-2 0,2-4 0,0-3 0,0 0 0,-2-1 0,-2 2 0,-3 2 0,-1 1 0,-1 3 0,3 2 0,2-1 0,3-3 0,6-3 0,3-4 0,4-2 0,1 1 0,0-1 0,0-1 0,0-2 0,2-2 0,3-2 0,6-1 0,4 0 0,2 0 0,3 1 0,-1 2 0,3 1 0,1 2 0,5 1 0,4 2 0,4-1 0,4-1 0,1-4 0,0-4 0,-1-1 0,1-2 0,3 2 0,1 0 0,0 0 0,0-1 0,2-1 0,2 0 0,6 0 0,3 0 0,2-3 0,3-5 0,0-8 0,2-7 0,-4-6 0,-6-3 0,-7 3 0,-10 2 0,-7 5 0,-7 4 0,-3 2 0,-2 0 0,0 0 0,-1-1 0,0 0 0,0-1 0,1-4 0,2-1 0,1-2 0,-1 2 0,-3 1 0,-6 4 0,-6 0 0,-3 1 0,-3 1 0,0 0 0,0 2 0,0 0 0,0 2 0,-2 1 0,0 2 0,-4 1 0,-2 1 0,-5-1 0,-3-2 0,-2 1 0,-1-2 0,1 3 0,2 1 0,4 3 0,3 2 0,2 6 0,4-3 0,0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27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24575,'0'10'0,"0"2"0,0 6 0,0 3 0,0 5 0,0 1 0,0 0 0,0-3 0,0-3 0,0 1 0,0-2 0,0-1 0,0-2 0,0-3 0,0-1 0,0-1 0,2 1 0,0-2 0,1-1 0,3-2 0,0-2 0,2-1 0,1 1 0,0 0 0,1-1 0,-1-1 0,0-1 0,0-2 0,2-1 0,0 0 0,2 0 0,-1 0 0,0 0 0,0-1 0,-1-3 0,-1-3 0,-3-2 0,0-1 0,-1 0 0,2-1 0,-2 2 0,2 1 0,0-1 0,-2 0 0,2 0 0,-2 0 0,0 1 0,0 0 0,-1-1 0,-2 1 0,-1-1 0,0-1 0,0-1 0,0 1 0,-1-1 0,-1 1 0,0-1 0,-2 0 0,-3 0 0,-2 2 0,-2 1 0,-1 0 0,1 2 0,-2 1 0,2 1 0,-2 2 0,-2 0 0,5 2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08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0 24575,'-13'21'0,"-9"12"0,-16 18 0,-10 14 0,-2 4 0,4-2 0,14-11 0,14-15 0,12-11 0,6-9 0,0 6 0,-1 6 0,-1 12 0,-3 9 0,1 5 0,1-4 0,2-10 0,1-14 0,1-5 0,4 1 0,4 9 0,5 9 0,5 6 0,2 0 0,3-7 0,-1-8 0,-1-10 0,-2-8 0,-2-5 0,-2-2 0,-2-2 0,1-2 0,-1 0 0,1 0 0,2 2 0,0 0 0,1 1 0,0 0 0,1 0 0,-1-1 0,-1 1 0,-1-1 0,-1 1 0,-1-1 0,-3-3 0,-2-1 0,-2-1 0,-2-1 0,-1 1 0,-1 0 0,-5-3 0,1 1 0,-3-3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10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24575,'18'0'0,"5"1"0,5 4 0,5 6 0,0 7 0,-1 4 0,-2 2 0,-4 1 0,-5 0 0,-2-1 0,-2 0 0,-1-1 0,2 1 0,0 3 0,-1 1 0,-2 0 0,-1 1 0,-2-3 0,-2-1 0,-2 1 0,-3 1 0,-2 3 0,-2 0 0,-1-1 0,0-2 0,0 2 0,0 1 0,0 1 0,0 1 0,0-2 0,0-1 0,0-1 0,0-2 0,0-3 0,0-1 0,0-3 0,0 0 0,-1-1 0,-2 1 0,-2 1 0,-1 1 0,0 1 0,-1-1 0,-1 1 0,0 3 0,0-1 0,-1 2 0,1 0 0,-3 4 0,-15 34 0,-14 24 0,16-36 0,-1 1 0,-2 1 0,1-3 0,-12 21 0,11-23 0,11-20 0,7-16 0,2-7 0,0-4 0,-2-2 0,0 0 0,-3 0 0,1 0 0,1-1 0,0-2 0,1-1 0,2-3 0,2 2 0,2-2 0,1 0 0,2-6 0,0-10-1696,0-10 0,0 12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11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14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1708 24575,'-18'0'0,"-1"0"0,-8 0 0,1-1 0,0-4 0,3-5 0,4-5 0,-1-4 0,1-1 0,-3 1 0,0 1 0,2 2 0,0 1 0,0-1 0,0 0 0,-1-2 0,2-2 0,2-1 0,4 1 0,3 2 0,3-1 0,2-3 0,2-2 0,-1-4 0,0 1 0,0 1 0,-1 2 0,1 2 0,0 2 0,0 0 0,0-2 0,-1 1 0,0 0 0,-1 1 0,-1 0 0,2 2 0,0 1 0,-1-3 0,1 0 0,0-4 0,0 1 0,0-1 0,1-1 0,-1 1 0,1-1 0,1 2 0,-2 1 0,1 3 0,0 2 0,1 1 0,1 1 0,2 1 0,0 1 0,0 1 0,0-1 0,0 1 0,0-1 0,0-1 0,0 0 0,0-3 0,0-1 0,0-2 0,0-4 0,0-2 0,0 0 0,0 3 0,1 6 0,2 3 0,2 4 0,3 2 0,1 0 0,0 2 0,0 1 0,0-1 0,0-1 0,-1 0 0,0 0 0,0 0 0,-1 0 0,2-1 0,-1-2 0,8-15 0,17-25 0,14-21 0,-18 30 0,0-1 0,22-28 0,-14 21 0,-13 23 0,-9 16 0,-6 7 0,-1 5 0,-2 2 0,-1 1 0,1 1 0,0 1 0,-2-1 0,1 2 0,-2-1 0,1 0 0,1 0 0,-2 0 0,-1-2 0,-4-1 0,-8 0 0,5-2 0,-4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1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17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1406 24575,'9'10'0,"3"2"0,4 2 0,4 2 0,0 1 0,2-2 0,1-1 0,1 0 0,1-1 0,-1 1 0,2-1 0,0-1 0,1-1 0,0-3 0,1-1 0,1 0 0,3-2 0,5 0 0,4 0 0,2-1 0,0-1 0,-1-1 0,-3-2 0,-3 0 0,-1-2 0,-4-5 0,-2-6 0,-2-5 0,-2-3 0,-1 2 0,0 2 0,-3 3 0,-1-1 0,-2 0 0,-2-1 0,-2 0 0,-1 0 0,-1-1 0,-3 0 0,-3-2 0,-4 0 0,-2-1 0,0 1 0,0 0 0,0 1 0,0-1 0,0-1 0,0-1 0,0-1 0,-1 0 0,-3-1 0,-2-13 0,1-13 0,1-11 0,1-3 0,0 14 0,-1 14 0,-1 13 0,-2 7 0,-1 4 0,0 2 0,1-1 0,0 1 0,-3-7 0,-2-7 0,-3-8 0,-2-3 0,1 2 0,1 6 0,0 5 0,0-1 0,-3-2 0,-2-6 0,-2-2 0,-1-2 0,-1 2 0,0 2 0,-1 1 0,0 2 0,-1-1 0,2 1 0,0 1 0,0 0 0,2 0 0,0 1 0,-1 0 0,1 4 0,0 4 0,1 6 0,3 3 0,3 4 0,3 0 0,1 0 0,0-1 0,-2-2 0,-3-2 0,-1-1 0,-3-1 0,-2-1 0,0 1 0,0-1 0,2 4 0,2 1 0,0 2 0,2 4 0,0-1 0,2 2 0,3 0 0,0 0 0,3 0 0,0 0 0,-1 0 0,0 1 0,-9 6 0,10-4 0,-3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30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91 24575,'-6'-4'0,"-3"2"0,-4 2 0,-3 2 0,-5 6 0,1 3 0,0 7 0,0 3 0,3 2 0,0 0 0,3-2 0,2-1 0,0 0 0,1 0 0,-2 0 0,-3 0 0,1 0 0,1 0 0,1 0 0,-1 1 0,1 2 0,1 1 0,2 0 0,1-3 0,4-1 0,0-4 0,2 0 0,1 0 0,1-1 0,1-2 0,0 0 0,0-1 0,0 1 0,1-2 0,3-1 0,3-2 0,3-2 0,2-2 0,2 0 0,2 1 0,2 2 0,2-1 0,1 3 0,3 1 0,1 4 0,3 1 0,0 1 0,1-2 0,1-4 0,0-2 0,1-4 0,1-2 0,1 0 0,0-1 0,-3-4 0,-2-2 0,-2-4 0,-2-4 0,1-2 0,0-4 0,1-1 0,1-3 0,0 1 0,-1 0 0,-3 4 0,-3 2 0,-4 2 0,-3 0 0,-1-3 0,-3-4 0,-1-4 0,-4-2 0,0-2 0,-2-3 0,0-3 0,0-4 0,-2 1 0,0-1 0,0 5 0,-2 4 0,-1 3 0,-4 2 0,-2 1 0,-2-2 0,-1 2 0,-1 2 0,-4 1 0,-1 5 0,0 4 0,1 6 0,-1 4 0,1 2 0,-5 0 0,-1 0 0,-3 0 0,-2 0 0,3 4 0,-1 11 0,13-8 0,3 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32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1361 24575,'0'-19'0,"0"-7"0,0-13 0,0-12 0,0-8 0,0-8 0,0-3 0,0-5 0,0 1 0,0 5 0,0 9 0,0 8 0,0 1 0,0-1 0,0 1 0,0 5 0,0 5 0,2 4 0,3 1 0,3-4 0,4-5 0,1-3 0,-2-1 0,-2 6 0,-4 6 0,-4 7 0,-1 5 0,0 3 0,0 3 0,0 4 0,0 7 0,0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33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960 1227 24575,'-18'-4'0,"-5"-6"0,0-6 0,-1-8 0,5-8 0,-1-9 0,-4-8 0,-2-6 0,-3-2 0,1-1 0,2-3 0,3-1 0,-1-2 0,-1 1 0,-1 7 0,1 4 0,2 2 0,0 2 0,0-3 0,-1 1 0,1 5 0,-1 4 0,1 5 0,1 3 0,1 2 0,0 2 0,2 5 0,3 5 0,1 4 0,4 3 0,2 3 0,1 2 0,2 0 0,0 3 0,-2-1 0,0 2 0,-3 2 0,-4-1 0,-4 2 0,-7 0 0,-3 0 0,0 0 0,3 2 0,3 3 0,6 1 0,2 1 0,4-2 0,3 1 0,2 2 0,3 5-1696,0 8 0,3-9 0,-2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06:03:51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24575,'16'0'0,"23"10"0,42 19 0,-20-4 0,5 3 0,13 8 0,2 3 0,8 4 0,1 2 0,-31-14 0,0 1 0,0-1 0,26 17 0,0 1 0,-28-15 0,1 0 0,-1 0 0,1 1 0,0 0 0,1 0 0,1 2 0,-1 0 0,2 1-198,0 0 1,1 2-1,0-1 198,-3 1 0,0-1 0,-1 1 0,-2-1 0,0 0 0,-2-1 0,19 14 0,-2-1 73,-9-5 1,-3-1-74,-3-3 0,-3-1 0,-5-3 0,-1-1 0,1 3 0,0 0 0,1 1 0,-1 1 0,1-1 0,-1 1 223,0-1 0,0 0-223,-2-2 0,0-1 0,-3-4 0,-1 0 0,-1-1 0,-1 0 0,0-2 0,0 1 0,34 28 0,-1-3 0,-6-9 0,-8-6 0,-11-11 0,-12-8 0,-11-8 0,-7-5 0,-4-2 0,-3-2 0,-1-2 0,1 0 0,4 1 0,6 3 0,1 0 0,1 0 0,-5-2 0,-3-3 0,-4-2 0,-5 3 0,-2-3 0,-3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8F2F-FC22-8EED-26FF-29A4C82E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F6070-0D28-6F66-01AE-689BE9B81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B1B00-F409-F1F0-3F54-EC6E051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03509-0260-D09F-86FB-875C7A0CF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B2D65-151C-115A-E5CB-AB05A0DB5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9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E971A-035E-F913-063B-B363FE2B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115D-40E3-E841-BA57-482FD9039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6FDE2-093B-6209-CAF3-7AF215319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10093-FBCB-0F68-3EF8-F63AD44B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6F7A6-733B-7275-86E6-B8842D72D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89E4-0A65-9895-9C72-9B47B66F7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4AC25-AB13-716E-81F6-F2F3A453C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DF76F-73EE-082E-D861-BC6674AFD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8A697-31B2-6D5F-1DEF-5BDB37ED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5F897-CF31-41DA-DC39-E9ADDB71E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7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BFEB-A0C5-B343-788F-84E4D50F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BA442-B09E-140B-9A71-4C542FA4A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E6801-3743-A29E-B5F0-F062C134F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FF933-C24E-6F05-F88E-AB5F24B4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D68E6-FAB8-EA43-CC6D-73096EC0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E00FF-4688-30D5-69DE-F91717C30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67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B431-E7AF-1B47-E556-8884907CB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5E185-B5B8-3C83-58AA-439C7ED6E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D7E96-6E6E-E787-7D9F-1F35A3B7B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0006C-8C14-B2AB-9196-5E73A3565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E568F-C730-BA9A-E91D-F49A96D90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F21076-8392-8198-A882-688E0C06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778C3-654F-2DA9-0868-A4B49FA1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ED2FD3-4136-E98A-86FC-5918947A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3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D314-3425-ED7E-45EE-956F43CAA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BA7FD-3E42-0FDF-ADF8-15B89D379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36D9A-2684-9EB9-1FEE-3F2ED9A14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9A13E-5770-2B57-7E5B-FBAAD626C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4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1F1B0-C742-BBC8-C8EF-4053F2AE4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DEBC2-8CA6-EFC8-7CA5-3364F5A0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3012A-768C-9BA7-74AD-87978F8E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62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F7FF-4DD0-A574-362E-D7AA8C8A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18C67-747F-B126-992B-487372AAE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8DE03-48DC-130E-A4E1-5CDD1F013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AE63A-DC9A-648D-851B-0B7012B69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E6868-9CE9-63D5-1FA3-A7097A118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E2231-B52E-D850-8E89-86B83091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3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655F-712E-6ADA-B878-8424FCA3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D736B-3029-3EF7-30F6-1EA29C17E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C0764-68DB-30D1-4CBF-7BF1A3E06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2393E-53A4-1AA6-3911-14AD5667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A80A2-B1C8-2805-D132-901CD9D6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98608-9BE7-0091-E0A8-B830BA23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8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2703-C92C-693C-7A8F-EE4844EE2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2A8D4-8291-4166-5DF8-02824F15C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521C4-614E-3A24-7FCD-394B2F200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7985A-008D-E32C-8271-60DEB8332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8522E-6F8D-3E03-952A-9253465B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238E11-D3E0-819B-20B4-7916669D4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A1AFD-7189-EF24-66B5-2ED37A832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5589E-2B43-3AB3-EC70-2BC92C11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F32BD-D6E4-24AE-4175-7900BF55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5D31A-BE7D-5296-024D-C3797ABF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3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7C51A-7CE6-3684-D23E-C1B67E4FF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21811-817A-709F-1363-210CDFCF1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72D3D-6DAA-DD9E-03C5-FF84DA25B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BD4EC-9342-BF48-9039-008968A0665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8248D-7E0B-8120-A59C-018620516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DB507-3680-34CC-E014-6E94BBAD2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B28AB-0A6F-2F4D-93B3-DCCADA32D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6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9.png"/><Relationship Id="rId18" Type="http://schemas.openxmlformats.org/officeDocument/2006/relationships/customXml" Target="../ink/ink6.xml"/><Relationship Id="rId26" Type="http://schemas.openxmlformats.org/officeDocument/2006/relationships/image" Target="../media/image15.png"/><Relationship Id="rId3" Type="http://schemas.openxmlformats.org/officeDocument/2006/relationships/image" Target="../media/image2.png"/><Relationship Id="rId21" Type="http://schemas.openxmlformats.org/officeDocument/2006/relationships/customXml" Target="../ink/ink8.xml"/><Relationship Id="rId7" Type="http://schemas.openxmlformats.org/officeDocument/2006/relationships/image" Target="../media/image6.png"/><Relationship Id="rId12" Type="http://schemas.openxmlformats.org/officeDocument/2006/relationships/customXml" Target="../ink/ink3.xml"/><Relationship Id="rId17" Type="http://schemas.openxmlformats.org/officeDocument/2006/relationships/image" Target="../media/image11.png"/><Relationship Id="rId25" Type="http://schemas.openxmlformats.org/officeDocument/2006/relationships/customXml" Target="../ink/ink10.xml"/><Relationship Id="rId2" Type="http://schemas.openxmlformats.org/officeDocument/2006/relationships/image" Target="../media/image1.png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29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14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23" Type="http://schemas.openxmlformats.org/officeDocument/2006/relationships/customXml" Target="../ink/ink9.xml"/><Relationship Id="rId28" Type="http://schemas.openxmlformats.org/officeDocument/2006/relationships/image" Target="../media/image16.png"/><Relationship Id="rId10" Type="http://schemas.openxmlformats.org/officeDocument/2006/relationships/customXml" Target="../ink/ink2.xml"/><Relationship Id="rId19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customXml" Target="../ink/ink4.xml"/><Relationship Id="rId22" Type="http://schemas.openxmlformats.org/officeDocument/2006/relationships/image" Target="../media/image13.png"/><Relationship Id="rId27" Type="http://schemas.openxmlformats.org/officeDocument/2006/relationships/customXml" Target="../ink/ink11.xml"/><Relationship Id="rId30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12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603F9F-9F97-38BE-D144-3BA4DC59C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167"/>
          <a:stretch>
            <a:fillRect/>
          </a:stretch>
        </p:blipFill>
        <p:spPr>
          <a:xfrm>
            <a:off x="336550" y="1014185"/>
            <a:ext cx="1230993" cy="1790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42FCD1-33ED-6652-F4C1-4B88423A52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167"/>
          <a:stretch>
            <a:fillRect/>
          </a:stretch>
        </p:blipFill>
        <p:spPr>
          <a:xfrm rot="243354" flipH="1">
            <a:off x="7320617" y="972894"/>
            <a:ext cx="1230994" cy="1790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975CA7-BC93-11EA-8036-C9134A4AFCB9}"/>
              </a:ext>
            </a:extLst>
          </p:cNvPr>
          <p:cNvSpPr txBox="1"/>
          <p:nvPr/>
        </p:nvSpPr>
        <p:spPr>
          <a:xfrm>
            <a:off x="271996" y="420914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3P5_A1_</a:t>
            </a:r>
            <a:r>
              <a:rPr lang="en-US" b="1" dirty="0"/>
              <a:t>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F948F1-32EF-E613-588B-0BFA0117E12C}"/>
              </a:ext>
            </a:extLst>
          </p:cNvPr>
          <p:cNvSpPr txBox="1"/>
          <p:nvPr/>
        </p:nvSpPr>
        <p:spPr>
          <a:xfrm>
            <a:off x="7673878" y="236248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3P5_A1_</a:t>
            </a:r>
            <a:r>
              <a:rPr lang="en-US" b="1" dirty="0"/>
              <a:t>A2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9B85C3-CFA6-C165-425A-A9D42449A6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48090"/>
          <a:stretch>
            <a:fillRect/>
          </a:stretch>
        </p:blipFill>
        <p:spPr>
          <a:xfrm>
            <a:off x="1617378" y="1223429"/>
            <a:ext cx="1146806" cy="15094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3DB783-5A97-358C-8DAC-ADCDE44A4B43}"/>
              </a:ext>
            </a:extLst>
          </p:cNvPr>
          <p:cNvSpPr txBox="1"/>
          <p:nvPr/>
        </p:nvSpPr>
        <p:spPr>
          <a:xfrm>
            <a:off x="2659970" y="14535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4F5C4B-127E-C650-C0D0-F903D39BAFBF}"/>
              </a:ext>
            </a:extLst>
          </p:cNvPr>
          <p:cNvGrpSpPr/>
          <p:nvPr/>
        </p:nvGrpSpPr>
        <p:grpSpPr>
          <a:xfrm>
            <a:off x="4222641" y="1474285"/>
            <a:ext cx="1635664" cy="898463"/>
            <a:chOff x="4624960" y="1834551"/>
            <a:chExt cx="2398974" cy="131774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F82FDFD-D256-1327-4008-9BD9382EF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74ECE1-9761-4F09-2335-239A7AE424B5}"/>
                </a:ext>
              </a:extLst>
            </p:cNvPr>
            <p:cNvCxnSpPr>
              <a:cxnSpLocks/>
            </p:cNvCxnSpPr>
            <p:nvPr/>
          </p:nvCxnSpPr>
          <p:spPr>
            <a:xfrm>
              <a:off x="5335498" y="1834551"/>
              <a:ext cx="0" cy="131774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84F26BCD-9D72-9F0E-DC0F-088CDF1844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48090"/>
          <a:stretch>
            <a:fillRect/>
          </a:stretch>
        </p:blipFill>
        <p:spPr>
          <a:xfrm>
            <a:off x="8466758" y="1223429"/>
            <a:ext cx="1146806" cy="150943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04E12C9-F3B7-1008-8017-9B0D432C8582}"/>
              </a:ext>
            </a:extLst>
          </p:cNvPr>
          <p:cNvSpPr txBox="1"/>
          <p:nvPr/>
        </p:nvSpPr>
        <p:spPr>
          <a:xfrm>
            <a:off x="9814402" y="182084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FE7BA2-B2AF-E305-2833-E4361336B8DF}"/>
              </a:ext>
            </a:extLst>
          </p:cNvPr>
          <p:cNvSpPr txBox="1"/>
          <p:nvPr/>
        </p:nvSpPr>
        <p:spPr>
          <a:xfrm>
            <a:off x="7092563" y="3021496"/>
            <a:ext cx="31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slightly more anterior?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2F6C579-5AA2-2686-4387-D4417F63B4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786"/>
          <a:stretch>
            <a:fillRect/>
          </a:stretch>
        </p:blipFill>
        <p:spPr>
          <a:xfrm>
            <a:off x="336550" y="3974693"/>
            <a:ext cx="1492250" cy="2120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441D3D6-D5DC-D174-4076-4E13F09BB9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961"/>
          <a:stretch>
            <a:fillRect/>
          </a:stretch>
        </p:blipFill>
        <p:spPr>
          <a:xfrm flipH="1">
            <a:off x="6209961" y="3974693"/>
            <a:ext cx="1635665" cy="21209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47870B-74FC-C1AE-753F-3CC2BB9AEEDD}"/>
              </a:ext>
            </a:extLst>
          </p:cNvPr>
          <p:cNvSpPr txBox="1"/>
          <p:nvPr/>
        </p:nvSpPr>
        <p:spPr>
          <a:xfrm>
            <a:off x="138646" y="3244334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3P5_A1_</a:t>
            </a:r>
            <a:r>
              <a:rPr lang="en-US" b="1" dirty="0"/>
              <a:t>B1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8D03E8-A8A3-6096-5906-C9F1790D342C}"/>
              </a:ext>
            </a:extLst>
          </p:cNvPr>
          <p:cNvSpPr txBox="1"/>
          <p:nvPr/>
        </p:nvSpPr>
        <p:spPr>
          <a:xfrm>
            <a:off x="5956871" y="3498094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3P5_A1_</a:t>
            </a:r>
            <a:r>
              <a:rPr lang="en-US" b="1" dirty="0"/>
              <a:t>B2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FBD70DC-460C-66EE-12F9-B0B5BB84777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2000"/>
          </a:blip>
          <a:srcRect l="51384"/>
          <a:stretch>
            <a:fillRect/>
          </a:stretch>
        </p:blipFill>
        <p:spPr>
          <a:xfrm>
            <a:off x="1828800" y="3974693"/>
            <a:ext cx="1255796" cy="20930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BD29272-49BF-3579-EA58-4F938568AF5C}"/>
              </a:ext>
            </a:extLst>
          </p:cNvPr>
          <p:cNvSpPr txBox="1"/>
          <p:nvPr/>
        </p:nvSpPr>
        <p:spPr>
          <a:xfrm>
            <a:off x="3084596" y="492787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9B035AF1-FD6C-85AE-6D8F-BFA2FC24A823}"/>
              </a:ext>
            </a:extLst>
          </p:cNvPr>
          <p:cNvSpPr/>
          <p:nvPr/>
        </p:nvSpPr>
        <p:spPr>
          <a:xfrm>
            <a:off x="1704703" y="4617720"/>
            <a:ext cx="404948" cy="522514"/>
          </a:xfrm>
          <a:custGeom>
            <a:avLst/>
            <a:gdLst>
              <a:gd name="csX0" fmla="*/ 163286 w 404948"/>
              <a:gd name="csY0" fmla="*/ 0 h 522514"/>
              <a:gd name="csX1" fmla="*/ 248194 w 404948"/>
              <a:gd name="csY1" fmla="*/ 52251 h 522514"/>
              <a:gd name="csX2" fmla="*/ 287383 w 404948"/>
              <a:gd name="csY2" fmla="*/ 91440 h 522514"/>
              <a:gd name="csX3" fmla="*/ 306977 w 404948"/>
              <a:gd name="csY3" fmla="*/ 111034 h 522514"/>
              <a:gd name="csX4" fmla="*/ 333103 w 404948"/>
              <a:gd name="csY4" fmla="*/ 150223 h 522514"/>
              <a:gd name="csX5" fmla="*/ 346166 w 404948"/>
              <a:gd name="csY5" fmla="*/ 169817 h 522514"/>
              <a:gd name="csX6" fmla="*/ 365760 w 404948"/>
              <a:gd name="csY6" fmla="*/ 209006 h 522514"/>
              <a:gd name="csX7" fmla="*/ 385354 w 404948"/>
              <a:gd name="csY7" fmla="*/ 280851 h 522514"/>
              <a:gd name="csX8" fmla="*/ 398417 w 404948"/>
              <a:gd name="csY8" fmla="*/ 320040 h 522514"/>
              <a:gd name="csX9" fmla="*/ 404948 w 404948"/>
              <a:gd name="csY9" fmla="*/ 346166 h 522514"/>
              <a:gd name="csX10" fmla="*/ 398417 w 404948"/>
              <a:gd name="csY10" fmla="*/ 431074 h 522514"/>
              <a:gd name="csX11" fmla="*/ 391886 w 404948"/>
              <a:gd name="csY11" fmla="*/ 450669 h 522514"/>
              <a:gd name="csX12" fmla="*/ 372291 w 404948"/>
              <a:gd name="csY12" fmla="*/ 496389 h 522514"/>
              <a:gd name="csX13" fmla="*/ 346166 w 404948"/>
              <a:gd name="csY13" fmla="*/ 502920 h 522514"/>
              <a:gd name="csX14" fmla="*/ 326571 w 404948"/>
              <a:gd name="csY14" fmla="*/ 509451 h 522514"/>
              <a:gd name="csX15" fmla="*/ 267788 w 404948"/>
              <a:gd name="csY15" fmla="*/ 515983 h 522514"/>
              <a:gd name="csX16" fmla="*/ 228600 w 404948"/>
              <a:gd name="csY16" fmla="*/ 522514 h 522514"/>
              <a:gd name="csX17" fmla="*/ 150223 w 404948"/>
              <a:gd name="csY17" fmla="*/ 515983 h 522514"/>
              <a:gd name="csX18" fmla="*/ 130628 w 404948"/>
              <a:gd name="csY18" fmla="*/ 502920 h 522514"/>
              <a:gd name="csX19" fmla="*/ 111034 w 404948"/>
              <a:gd name="csY19" fmla="*/ 496389 h 522514"/>
              <a:gd name="csX20" fmla="*/ 91440 w 404948"/>
              <a:gd name="csY20" fmla="*/ 483326 h 522514"/>
              <a:gd name="csX21" fmla="*/ 71846 w 404948"/>
              <a:gd name="csY21" fmla="*/ 476794 h 522514"/>
              <a:gd name="csX22" fmla="*/ 45720 w 404948"/>
              <a:gd name="csY22" fmla="*/ 437606 h 522514"/>
              <a:gd name="csX23" fmla="*/ 26126 w 404948"/>
              <a:gd name="csY23" fmla="*/ 411480 h 522514"/>
              <a:gd name="csX24" fmla="*/ 6531 w 404948"/>
              <a:gd name="csY24" fmla="*/ 365760 h 522514"/>
              <a:gd name="csX25" fmla="*/ 0 w 404948"/>
              <a:gd name="csY25" fmla="*/ 346166 h 522514"/>
              <a:gd name="csX26" fmla="*/ 13063 w 404948"/>
              <a:gd name="csY26" fmla="*/ 182880 h 522514"/>
              <a:gd name="csX27" fmla="*/ 32657 w 404948"/>
              <a:gd name="csY27" fmla="*/ 111034 h 522514"/>
              <a:gd name="csX28" fmla="*/ 45720 w 404948"/>
              <a:gd name="csY28" fmla="*/ 71846 h 522514"/>
              <a:gd name="csX29" fmla="*/ 65314 w 404948"/>
              <a:gd name="csY29" fmla="*/ 65314 h 522514"/>
              <a:gd name="csX30" fmla="*/ 104503 w 404948"/>
              <a:gd name="csY30" fmla="*/ 45720 h 522514"/>
              <a:gd name="csX31" fmla="*/ 150223 w 404948"/>
              <a:gd name="csY31" fmla="*/ 39189 h 522514"/>
              <a:gd name="csX32" fmla="*/ 163286 w 404948"/>
              <a:gd name="csY32" fmla="*/ 0 h 522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404948" h="522514">
                <a:moveTo>
                  <a:pt x="163286" y="0"/>
                </a:moveTo>
                <a:cubicBezTo>
                  <a:pt x="234240" y="49668"/>
                  <a:pt x="203388" y="37317"/>
                  <a:pt x="248194" y="52251"/>
                </a:cubicBezTo>
                <a:lnTo>
                  <a:pt x="287383" y="91440"/>
                </a:lnTo>
                <a:cubicBezTo>
                  <a:pt x="293914" y="97971"/>
                  <a:pt x="301853" y="103349"/>
                  <a:pt x="306977" y="111034"/>
                </a:cubicBezTo>
                <a:lnTo>
                  <a:pt x="333103" y="150223"/>
                </a:lnTo>
                <a:lnTo>
                  <a:pt x="346166" y="169817"/>
                </a:lnTo>
                <a:cubicBezTo>
                  <a:pt x="369980" y="241264"/>
                  <a:pt x="332002" y="133050"/>
                  <a:pt x="365760" y="209006"/>
                </a:cubicBezTo>
                <a:cubicBezTo>
                  <a:pt x="384338" y="250806"/>
                  <a:pt x="374507" y="241077"/>
                  <a:pt x="385354" y="280851"/>
                </a:cubicBezTo>
                <a:cubicBezTo>
                  <a:pt x="388977" y="294135"/>
                  <a:pt x="395078" y="306681"/>
                  <a:pt x="398417" y="320040"/>
                </a:cubicBezTo>
                <a:lnTo>
                  <a:pt x="404948" y="346166"/>
                </a:lnTo>
                <a:cubicBezTo>
                  <a:pt x="402771" y="374469"/>
                  <a:pt x="401938" y="402907"/>
                  <a:pt x="398417" y="431074"/>
                </a:cubicBezTo>
                <a:cubicBezTo>
                  <a:pt x="397563" y="437906"/>
                  <a:pt x="393777" y="444049"/>
                  <a:pt x="391886" y="450669"/>
                </a:cubicBezTo>
                <a:cubicBezTo>
                  <a:pt x="388031" y="464163"/>
                  <a:pt x="386327" y="487031"/>
                  <a:pt x="372291" y="496389"/>
                </a:cubicBezTo>
                <a:cubicBezTo>
                  <a:pt x="364822" y="501368"/>
                  <a:pt x="354797" y="500454"/>
                  <a:pt x="346166" y="502920"/>
                </a:cubicBezTo>
                <a:cubicBezTo>
                  <a:pt x="339546" y="504811"/>
                  <a:pt x="333362" y="508319"/>
                  <a:pt x="326571" y="509451"/>
                </a:cubicBezTo>
                <a:cubicBezTo>
                  <a:pt x="307124" y="512692"/>
                  <a:pt x="287330" y="513377"/>
                  <a:pt x="267788" y="515983"/>
                </a:cubicBezTo>
                <a:cubicBezTo>
                  <a:pt x="254661" y="517733"/>
                  <a:pt x="241663" y="520337"/>
                  <a:pt x="228600" y="522514"/>
                </a:cubicBezTo>
                <a:cubicBezTo>
                  <a:pt x="202474" y="520337"/>
                  <a:pt x="175930" y="521124"/>
                  <a:pt x="150223" y="515983"/>
                </a:cubicBezTo>
                <a:cubicBezTo>
                  <a:pt x="142525" y="514444"/>
                  <a:pt x="137649" y="506431"/>
                  <a:pt x="130628" y="502920"/>
                </a:cubicBezTo>
                <a:cubicBezTo>
                  <a:pt x="124470" y="499841"/>
                  <a:pt x="117565" y="498566"/>
                  <a:pt x="111034" y="496389"/>
                </a:cubicBezTo>
                <a:cubicBezTo>
                  <a:pt x="104503" y="492035"/>
                  <a:pt x="98461" y="486837"/>
                  <a:pt x="91440" y="483326"/>
                </a:cubicBezTo>
                <a:cubicBezTo>
                  <a:pt x="85282" y="480247"/>
                  <a:pt x="76714" y="481662"/>
                  <a:pt x="71846" y="476794"/>
                </a:cubicBezTo>
                <a:cubicBezTo>
                  <a:pt x="60745" y="465693"/>
                  <a:pt x="55140" y="450166"/>
                  <a:pt x="45720" y="437606"/>
                </a:cubicBezTo>
                <a:lnTo>
                  <a:pt x="26126" y="411480"/>
                </a:lnTo>
                <a:cubicBezTo>
                  <a:pt x="10804" y="365520"/>
                  <a:pt x="30749" y="422269"/>
                  <a:pt x="6531" y="365760"/>
                </a:cubicBezTo>
                <a:cubicBezTo>
                  <a:pt x="3819" y="359432"/>
                  <a:pt x="2177" y="352697"/>
                  <a:pt x="0" y="346166"/>
                </a:cubicBezTo>
                <a:cubicBezTo>
                  <a:pt x="4354" y="291737"/>
                  <a:pt x="7804" y="237229"/>
                  <a:pt x="13063" y="182880"/>
                </a:cubicBezTo>
                <a:cubicBezTo>
                  <a:pt x="17358" y="138498"/>
                  <a:pt x="18361" y="150346"/>
                  <a:pt x="32657" y="111034"/>
                </a:cubicBezTo>
                <a:cubicBezTo>
                  <a:pt x="37363" y="98094"/>
                  <a:pt x="32657" y="76201"/>
                  <a:pt x="45720" y="71846"/>
                </a:cubicBezTo>
                <a:cubicBezTo>
                  <a:pt x="52251" y="69669"/>
                  <a:pt x="59156" y="68393"/>
                  <a:pt x="65314" y="65314"/>
                </a:cubicBezTo>
                <a:cubicBezTo>
                  <a:pt x="91003" y="52469"/>
                  <a:pt x="77140" y="51192"/>
                  <a:pt x="104503" y="45720"/>
                </a:cubicBezTo>
                <a:cubicBezTo>
                  <a:pt x="119599" y="42701"/>
                  <a:pt x="135127" y="42208"/>
                  <a:pt x="150223" y="39189"/>
                </a:cubicBezTo>
                <a:cubicBezTo>
                  <a:pt x="154493" y="38335"/>
                  <a:pt x="141514" y="39189"/>
                  <a:pt x="163286" y="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5566FDF-7083-80C7-8149-402E204AEDD5}"/>
              </a:ext>
            </a:extLst>
          </p:cNvPr>
          <p:cNvGrpSpPr/>
          <p:nvPr/>
        </p:nvGrpSpPr>
        <p:grpSpPr>
          <a:xfrm>
            <a:off x="3441165" y="4927876"/>
            <a:ext cx="1635664" cy="898463"/>
            <a:chOff x="4624960" y="1834551"/>
            <a:chExt cx="2398974" cy="1317746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2D68C3C-3B82-9E98-A37C-84568EBF6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2866BE6-7F78-4432-32B8-BFA6F7955445}"/>
                </a:ext>
              </a:extLst>
            </p:cNvPr>
            <p:cNvCxnSpPr>
              <a:cxnSpLocks/>
            </p:cNvCxnSpPr>
            <p:nvPr/>
          </p:nvCxnSpPr>
          <p:spPr>
            <a:xfrm>
              <a:off x="5651616" y="1834551"/>
              <a:ext cx="0" cy="131774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A30B9D23-0475-B279-44CF-AC396B29A3F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 l="46344"/>
          <a:stretch>
            <a:fillRect/>
          </a:stretch>
        </p:blipFill>
        <p:spPr>
          <a:xfrm>
            <a:off x="7673878" y="4407464"/>
            <a:ext cx="1180329" cy="141887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8CCBFD0-226D-F8C3-37D6-ABC8BB471DC9}"/>
              </a:ext>
            </a:extLst>
          </p:cNvPr>
          <p:cNvSpPr txBox="1"/>
          <p:nvPr/>
        </p:nvSpPr>
        <p:spPr>
          <a:xfrm>
            <a:off x="6645165" y="54570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E5CA871-6321-E283-3A06-9B5E5D6256AE}"/>
              </a:ext>
            </a:extLst>
          </p:cNvPr>
          <p:cNvGrpSpPr/>
          <p:nvPr/>
        </p:nvGrpSpPr>
        <p:grpSpPr>
          <a:xfrm>
            <a:off x="9040161" y="4891178"/>
            <a:ext cx="1635664" cy="898463"/>
            <a:chOff x="4624960" y="1834551"/>
            <a:chExt cx="2398974" cy="1317746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34CB408-0CF8-CDC4-4944-521B282BD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36374C4-B641-74BA-9181-D58D93D4E6B7}"/>
                </a:ext>
              </a:extLst>
            </p:cNvPr>
            <p:cNvCxnSpPr>
              <a:cxnSpLocks/>
            </p:cNvCxnSpPr>
            <p:nvPr/>
          </p:nvCxnSpPr>
          <p:spPr>
            <a:xfrm>
              <a:off x="5304621" y="1834551"/>
              <a:ext cx="0" cy="131774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7FC5449C-0A5F-3740-4496-583808541783}"/>
              </a:ext>
            </a:extLst>
          </p:cNvPr>
          <p:cNvSpPr txBox="1"/>
          <p:nvPr/>
        </p:nvSpPr>
        <p:spPr>
          <a:xfrm>
            <a:off x="2937422" y="3946854"/>
            <a:ext cx="8094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medial cells in this one are going to be hard to annotate given the huge angle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CBB96BB-C70B-EDC4-8DE0-4F61DE5571BA}"/>
              </a:ext>
            </a:extLst>
          </p:cNvPr>
          <p:cNvGrpSpPr/>
          <p:nvPr/>
        </p:nvGrpSpPr>
        <p:grpSpPr>
          <a:xfrm>
            <a:off x="10782981" y="4281374"/>
            <a:ext cx="1360440" cy="1471687"/>
            <a:chOff x="10782981" y="4281374"/>
            <a:chExt cx="1360440" cy="147168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4B5941F-A177-99FF-911F-C9E9374FA703}"/>
                    </a:ext>
                  </a:extLst>
                </p14:cNvPr>
                <p14:cNvContentPartPr/>
                <p14:nvPr/>
              </p14:nvContentPartPr>
              <p14:xfrm>
                <a:off x="11231541" y="5323214"/>
                <a:ext cx="563400" cy="252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4B5941F-A177-99FF-911F-C9E9374FA7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225421" y="5317094"/>
                  <a:ext cx="575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79FFDE-02EB-6B90-2A3D-89E26F7521E3}"/>
                    </a:ext>
                  </a:extLst>
                </p14:cNvPr>
                <p14:cNvContentPartPr/>
                <p14:nvPr/>
              </p14:nvContentPartPr>
              <p14:xfrm>
                <a:off x="11505501" y="5569454"/>
                <a:ext cx="98640" cy="137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79FFDE-02EB-6B90-2A3D-89E26F7521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99381" y="5563334"/>
                  <a:ext cx="110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1EB3EA-B0B2-DDF0-F8F1-14D2A0B55B00}"/>
                    </a:ext>
                  </a:extLst>
                </p14:cNvPr>
                <p14:cNvContentPartPr/>
                <p14:nvPr/>
              </p14:nvContentPartPr>
              <p14:xfrm>
                <a:off x="11112381" y="4790774"/>
                <a:ext cx="165240" cy="482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1EB3EA-B0B2-DDF0-F8F1-14D2A0B55B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06261" y="4784654"/>
                  <a:ext cx="17748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237087A-3CA3-020F-CBB1-BD84C1216C9C}"/>
                    </a:ext>
                  </a:extLst>
                </p14:cNvPr>
                <p14:cNvContentPartPr/>
                <p14:nvPr/>
              </p14:nvContentPartPr>
              <p14:xfrm>
                <a:off x="11707101" y="4711934"/>
                <a:ext cx="158400" cy="606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237087A-3CA3-020F-CBB1-BD84C1216C9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00981" y="4705814"/>
                  <a:ext cx="17064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4AFFAB2-96D5-0932-3E6A-D674400A0043}"/>
                    </a:ext>
                  </a:extLst>
                </p14:cNvPr>
                <p14:cNvContentPartPr/>
                <p14:nvPr/>
              </p14:nvContentPartPr>
              <p14:xfrm>
                <a:off x="11707101" y="5265974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4AFFAB2-96D5-0932-3E6A-D674400A00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700981" y="525985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AE86ADB-4F64-46F2-8725-8794288D2A6D}"/>
                    </a:ext>
                  </a:extLst>
                </p14:cNvPr>
                <p14:cNvContentPartPr/>
                <p14:nvPr/>
              </p14:nvContentPartPr>
              <p14:xfrm>
                <a:off x="11526381" y="4702214"/>
                <a:ext cx="195480" cy="614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AE86ADB-4F64-46F2-8725-8794288D2A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520261" y="4696094"/>
                  <a:ext cx="20772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E92DFE-ECCB-0775-9EBA-E230D0F4BECA}"/>
                    </a:ext>
                  </a:extLst>
                </p14:cNvPr>
                <p14:cNvContentPartPr/>
                <p14:nvPr/>
              </p14:nvContentPartPr>
              <p14:xfrm>
                <a:off x="11222541" y="5294414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E92DFE-ECCB-0775-9EBA-E230D0F4BEC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216421" y="528829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FF84619-2465-1C9E-0005-AAACC23BA84F}"/>
                    </a:ext>
                  </a:extLst>
                </p14:cNvPr>
                <p14:cNvContentPartPr/>
                <p14:nvPr/>
              </p14:nvContentPartPr>
              <p14:xfrm>
                <a:off x="11210661" y="4745414"/>
                <a:ext cx="359280" cy="586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FF84619-2465-1C9E-0005-AAACC23BA84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204541" y="4739294"/>
                  <a:ext cx="37152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CE50A2F-49FC-B5C7-A7CF-79EAF81E121E}"/>
                    </a:ext>
                  </a:extLst>
                </p14:cNvPr>
                <p14:cNvContentPartPr/>
                <p14:nvPr/>
              </p14:nvContentPartPr>
              <p14:xfrm>
                <a:off x="11391021" y="4624094"/>
                <a:ext cx="297360" cy="282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CE50A2F-49FC-B5C7-A7CF-79EAF81E121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384901" y="4617974"/>
                  <a:ext cx="3096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7FBFAF3-3B72-3113-C651-0E02148172F7}"/>
                    </a:ext>
                  </a:extLst>
                </p14:cNvPr>
                <p14:cNvContentPartPr/>
                <p14:nvPr/>
              </p14:nvContentPartPr>
              <p14:xfrm>
                <a:off x="11352141" y="4310534"/>
                <a:ext cx="24120" cy="489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7FBFAF3-3B72-3113-C651-0E02148172F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346021" y="4304414"/>
                  <a:ext cx="363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111E7CA-4A0E-10AC-2476-0C5979AB6B9A}"/>
                    </a:ext>
                  </a:extLst>
                </p14:cNvPr>
                <p14:cNvContentPartPr/>
                <p14:nvPr/>
              </p14:nvContentPartPr>
              <p14:xfrm>
                <a:off x="11375181" y="4281374"/>
                <a:ext cx="345960" cy="441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111E7CA-4A0E-10AC-2476-0C5979AB6B9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369061" y="4275254"/>
                  <a:ext cx="35820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01D6D09-FADA-1424-C18D-A34A68CDBAEE}"/>
                    </a:ext>
                  </a:extLst>
                </p14:cNvPr>
                <p14:cNvContentPartPr/>
                <p14:nvPr/>
              </p14:nvContentPartPr>
              <p14:xfrm>
                <a:off x="10782981" y="4878981"/>
                <a:ext cx="1360440" cy="874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01D6D09-FADA-1424-C18D-A34A68CDBAE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776861" y="4872861"/>
                  <a:ext cx="1372680" cy="886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772CA67E-C13C-5A86-DFE6-AD30B4C8BF30}"/>
              </a:ext>
            </a:extLst>
          </p:cNvPr>
          <p:cNvSpPr txBox="1"/>
          <p:nvPr/>
        </p:nvSpPr>
        <p:spPr>
          <a:xfrm>
            <a:off x="10083946" y="6233874"/>
            <a:ext cx="2059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Something like this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A06955A-B666-0A80-A3BD-99F9C41955C7}"/>
              </a:ext>
            </a:extLst>
          </p:cNvPr>
          <p:cNvSpPr txBox="1"/>
          <p:nvPr/>
        </p:nvSpPr>
        <p:spPr>
          <a:xfrm>
            <a:off x="10950724" y="4010322"/>
            <a:ext cx="130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Spinal cord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F9204BA-8820-5A27-1664-4DF87CE01E05}"/>
              </a:ext>
            </a:extLst>
          </p:cNvPr>
          <p:cNvSpPr txBox="1"/>
          <p:nvPr/>
        </p:nvSpPr>
        <p:spPr>
          <a:xfrm>
            <a:off x="10950724" y="5772209"/>
            <a:ext cx="1107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Olfactory</a:t>
            </a:r>
          </a:p>
          <a:p>
            <a:r>
              <a:rPr lang="en-US" dirty="0"/>
              <a:t>Bulb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13E9A0-18CA-5392-2CDF-CB885696EBD2}"/>
              </a:ext>
            </a:extLst>
          </p:cNvPr>
          <p:cNvSpPr txBox="1"/>
          <p:nvPr/>
        </p:nvSpPr>
        <p:spPr>
          <a:xfrm>
            <a:off x="941481" y="2732866"/>
            <a:ext cx="726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Clust_22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7DC4A6A-68F2-A601-8D93-765039CC6051}"/>
              </a:ext>
            </a:extLst>
          </p:cNvPr>
          <p:cNvCxnSpPr/>
          <p:nvPr/>
        </p:nvCxnSpPr>
        <p:spPr>
          <a:xfrm flipV="1">
            <a:off x="1304925" y="2479675"/>
            <a:ext cx="135680" cy="253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5A7207-3F8C-1CF7-1D5E-CDB833F00F15}"/>
              </a:ext>
            </a:extLst>
          </p:cNvPr>
          <p:cNvCxnSpPr>
            <a:cxnSpLocks/>
          </p:cNvCxnSpPr>
          <p:nvPr/>
        </p:nvCxnSpPr>
        <p:spPr>
          <a:xfrm flipV="1">
            <a:off x="1561107" y="2416863"/>
            <a:ext cx="242942" cy="416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998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97C154-6F4E-A2D1-1B10-2650DEF10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93"/>
          <a:stretch>
            <a:fillRect/>
          </a:stretch>
        </p:blipFill>
        <p:spPr>
          <a:xfrm flipH="1">
            <a:off x="6096000" y="692150"/>
            <a:ext cx="2254250" cy="3378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1A1A0E-CC41-00A6-C9DD-A592F39A6CBC}"/>
              </a:ext>
            </a:extLst>
          </p:cNvPr>
          <p:cNvSpPr txBox="1"/>
          <p:nvPr/>
        </p:nvSpPr>
        <p:spPr>
          <a:xfrm>
            <a:off x="4034118" y="324522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2E781-D38D-89E8-90FE-A6A571D9FEE8}"/>
              </a:ext>
            </a:extLst>
          </p:cNvPr>
          <p:cNvSpPr txBox="1"/>
          <p:nvPr/>
        </p:nvSpPr>
        <p:spPr>
          <a:xfrm>
            <a:off x="3916354" y="249174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12947-0C34-C30D-DE17-787CE5FA1DC8}"/>
              </a:ext>
            </a:extLst>
          </p:cNvPr>
          <p:cNvSpPr txBox="1"/>
          <p:nvPr/>
        </p:nvSpPr>
        <p:spPr>
          <a:xfrm>
            <a:off x="4056185" y="160840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10C969-D5EA-C835-5859-D4FBE4EBDB88}"/>
              </a:ext>
            </a:extLst>
          </p:cNvPr>
          <p:cNvGrpSpPr/>
          <p:nvPr/>
        </p:nvGrpSpPr>
        <p:grpSpPr>
          <a:xfrm>
            <a:off x="711200" y="326797"/>
            <a:ext cx="3319775" cy="3381603"/>
            <a:chOff x="711200" y="326797"/>
            <a:chExt cx="3319775" cy="33816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8BF11C-E2AE-BBD3-C289-D6DC6AC95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rcRect l="50778" b="24430"/>
            <a:stretch>
              <a:fillRect/>
            </a:stretch>
          </p:blipFill>
          <p:spPr>
            <a:xfrm>
              <a:off x="2446049" y="900332"/>
              <a:ext cx="1584926" cy="114160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E0C1135-6115-A389-4728-161E5DC97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7241"/>
            <a:stretch>
              <a:fillRect/>
            </a:stretch>
          </p:blipFill>
          <p:spPr>
            <a:xfrm>
              <a:off x="711200" y="330200"/>
              <a:ext cx="1574800" cy="33782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9F5745F-85CE-5246-F39F-C5BEBE564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l="45777"/>
            <a:stretch>
              <a:fillRect/>
            </a:stretch>
          </p:blipFill>
          <p:spPr>
            <a:xfrm>
              <a:off x="2286000" y="2615470"/>
              <a:ext cx="1506071" cy="96891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DE5C513-B9DE-78C2-A56E-5032499BF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rcRect l="50000"/>
            <a:stretch>
              <a:fillRect/>
            </a:stretch>
          </p:blipFill>
          <p:spPr>
            <a:xfrm>
              <a:off x="2371344" y="2041935"/>
              <a:ext cx="1584926" cy="86246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907BC76-7C67-B67E-B612-4F23CB128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rcRect l="49773" r="-2664"/>
            <a:stretch>
              <a:fillRect/>
            </a:stretch>
          </p:blipFill>
          <p:spPr>
            <a:xfrm>
              <a:off x="2397471" y="326797"/>
              <a:ext cx="1607202" cy="14729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6433E6A-40CA-70D7-7F4D-603077CC76D2}"/>
              </a:ext>
            </a:extLst>
          </p:cNvPr>
          <p:cNvSpPr txBox="1"/>
          <p:nvPr/>
        </p:nvSpPr>
        <p:spPr>
          <a:xfrm>
            <a:off x="4119154" y="91440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037F00-CC6E-4402-FD79-DF35AF43D171}"/>
              </a:ext>
            </a:extLst>
          </p:cNvPr>
          <p:cNvGrpSpPr/>
          <p:nvPr/>
        </p:nvGrpSpPr>
        <p:grpSpPr>
          <a:xfrm>
            <a:off x="4722357" y="1977737"/>
            <a:ext cx="1635664" cy="940025"/>
            <a:chOff x="4624960" y="1773593"/>
            <a:chExt cx="2398974" cy="1378704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2B4DA32-71AD-AB3E-CDDD-4BC13B7CD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E473FAE-B85E-8748-67BD-A855AE1F649D}"/>
                </a:ext>
              </a:extLst>
            </p:cNvPr>
            <p:cNvCxnSpPr>
              <a:cxnSpLocks/>
            </p:cNvCxnSpPr>
            <p:nvPr/>
          </p:nvCxnSpPr>
          <p:spPr>
            <a:xfrm>
              <a:off x="5606079" y="1773593"/>
              <a:ext cx="238655" cy="137870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2C30122-3FC3-F613-04CE-13122AC92977}"/>
              </a:ext>
            </a:extLst>
          </p:cNvPr>
          <p:cNvSpPr txBox="1"/>
          <p:nvPr/>
        </p:nvSpPr>
        <p:spPr>
          <a:xfrm>
            <a:off x="60220" y="142131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3P5_A1_</a:t>
            </a:r>
            <a:r>
              <a:rPr lang="en-US" b="1" dirty="0"/>
              <a:t>C1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065E45-53D6-2399-13D8-C96D25B58ED1}"/>
              </a:ext>
            </a:extLst>
          </p:cNvPr>
          <p:cNvSpPr txBox="1"/>
          <p:nvPr/>
        </p:nvSpPr>
        <p:spPr>
          <a:xfrm>
            <a:off x="5696622" y="302037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3P5_A1_</a:t>
            </a:r>
            <a:r>
              <a:rPr lang="en-US" b="1" dirty="0"/>
              <a:t>C2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EE23432-5A32-1BE2-3A62-36C0D214272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 l="45741"/>
          <a:stretch>
            <a:fillRect/>
          </a:stretch>
        </p:blipFill>
        <p:spPr>
          <a:xfrm>
            <a:off x="8423046" y="2615470"/>
            <a:ext cx="1665056" cy="120458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54B7718-1A22-377E-9CDF-164E70AEB5A5}"/>
              </a:ext>
            </a:extLst>
          </p:cNvPr>
          <p:cNvSpPr txBox="1"/>
          <p:nvPr/>
        </p:nvSpPr>
        <p:spPr>
          <a:xfrm>
            <a:off x="9872338" y="30999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3AEACCB-2265-7E2A-166F-B995B4F311A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rcRect l="50779"/>
          <a:stretch>
            <a:fillRect/>
          </a:stretch>
        </p:blipFill>
        <p:spPr>
          <a:xfrm>
            <a:off x="8442472" y="1799773"/>
            <a:ext cx="1665056" cy="124797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29649BB-8091-8D95-9761-2FBD54364809}"/>
              </a:ext>
            </a:extLst>
          </p:cNvPr>
          <p:cNvSpPr txBox="1"/>
          <p:nvPr/>
        </p:nvSpPr>
        <p:spPr>
          <a:xfrm>
            <a:off x="10035669" y="209919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7B3779-222B-A215-A0E0-F221E39553DD}"/>
              </a:ext>
            </a:extLst>
          </p:cNvPr>
          <p:cNvSpPr txBox="1"/>
          <p:nvPr/>
        </p:nvSpPr>
        <p:spPr>
          <a:xfrm>
            <a:off x="10373095" y="1660746"/>
            <a:ext cx="20710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my best guess </a:t>
            </a:r>
          </a:p>
          <a:p>
            <a:r>
              <a:rPr lang="en-US" dirty="0"/>
              <a:t>and OT Is missing here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3B264C4-8A0E-17E0-1A23-AF485900FA85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rcRect l="47816"/>
          <a:stretch>
            <a:fillRect/>
          </a:stretch>
        </p:blipFill>
        <p:spPr>
          <a:xfrm>
            <a:off x="8381978" y="671369"/>
            <a:ext cx="1445083" cy="155729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C0D3E66-D531-62D8-CFA9-E3BBFEB5F78E}"/>
              </a:ext>
            </a:extLst>
          </p:cNvPr>
          <p:cNvSpPr txBox="1"/>
          <p:nvPr/>
        </p:nvSpPr>
        <p:spPr>
          <a:xfrm>
            <a:off x="10212019" y="113385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39994F-FC08-56B5-3D17-3902A6D15164}"/>
              </a:ext>
            </a:extLst>
          </p:cNvPr>
          <p:cNvGrpSpPr/>
          <p:nvPr/>
        </p:nvGrpSpPr>
        <p:grpSpPr>
          <a:xfrm>
            <a:off x="10186536" y="2947740"/>
            <a:ext cx="1635664" cy="949216"/>
            <a:chOff x="4624960" y="1760113"/>
            <a:chExt cx="2398974" cy="1392184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082DC5F-6417-C70E-D677-4A05A3592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BFE5BBB-215D-28AD-D7B2-73B81B00BAE1}"/>
                </a:ext>
              </a:extLst>
            </p:cNvPr>
            <p:cNvCxnSpPr>
              <a:cxnSpLocks/>
            </p:cNvCxnSpPr>
            <p:nvPr/>
          </p:nvCxnSpPr>
          <p:spPr>
            <a:xfrm>
              <a:off x="5561550" y="1760113"/>
              <a:ext cx="177889" cy="139218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5F714F00-C57B-5292-19EF-19C289C9254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48762"/>
          <a:stretch>
            <a:fillRect/>
          </a:stretch>
        </p:blipFill>
        <p:spPr>
          <a:xfrm>
            <a:off x="972981" y="3896469"/>
            <a:ext cx="1313019" cy="311085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C0F1BA4-E2F7-74DF-F45B-27845670BD8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3250"/>
          <a:stretch>
            <a:fillRect/>
          </a:stretch>
        </p:blipFill>
        <p:spPr>
          <a:xfrm flipH="1">
            <a:off x="6606753" y="3747146"/>
            <a:ext cx="1454262" cy="311085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8CACFC1-407C-4213-53CB-54E9D4027B4D}"/>
              </a:ext>
            </a:extLst>
          </p:cNvPr>
          <p:cNvSpPr txBox="1"/>
          <p:nvPr/>
        </p:nvSpPr>
        <p:spPr>
          <a:xfrm>
            <a:off x="40593" y="3820051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3P5_A1_</a:t>
            </a:r>
            <a:r>
              <a:rPr lang="en-US" b="1" dirty="0"/>
              <a:t>D1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85E9B6-F80D-F0D1-5F85-293BE4E3415D}"/>
              </a:ext>
            </a:extLst>
          </p:cNvPr>
          <p:cNvSpPr txBox="1"/>
          <p:nvPr/>
        </p:nvSpPr>
        <p:spPr>
          <a:xfrm>
            <a:off x="5853132" y="3875579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3P5_A1_</a:t>
            </a:r>
            <a:r>
              <a:rPr lang="en-US" b="1" dirty="0"/>
              <a:t>D2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9A6DBCE-3B5B-F625-7245-213DD2372691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/>
          </a:blip>
          <a:srcRect l="47005"/>
          <a:stretch>
            <a:fillRect/>
          </a:stretch>
        </p:blipFill>
        <p:spPr>
          <a:xfrm>
            <a:off x="8057490" y="5610538"/>
            <a:ext cx="1589977" cy="115218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DAFEC84-DA32-FE2E-D707-E9591618BFD7}"/>
              </a:ext>
            </a:extLst>
          </p:cNvPr>
          <p:cNvSpPr txBox="1"/>
          <p:nvPr/>
        </p:nvSpPr>
        <p:spPr>
          <a:xfrm>
            <a:off x="9304720" y="581729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6FF9790-9D77-C322-3338-1A00F6174BC2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/>
          </a:blip>
          <a:srcRect l="48263"/>
          <a:stretch>
            <a:fillRect/>
          </a:stretch>
        </p:blipFill>
        <p:spPr>
          <a:xfrm>
            <a:off x="8061015" y="3785790"/>
            <a:ext cx="1466058" cy="185900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AFCC08C0-2B06-9B6B-2D57-8BA4755DD569}"/>
              </a:ext>
            </a:extLst>
          </p:cNvPr>
          <p:cNvSpPr txBox="1"/>
          <p:nvPr/>
        </p:nvSpPr>
        <p:spPr>
          <a:xfrm>
            <a:off x="9531270" y="489041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1E73779-81E5-04D9-F1BF-109FF15A39D2}"/>
              </a:ext>
            </a:extLst>
          </p:cNvPr>
          <p:cNvGrpSpPr/>
          <p:nvPr/>
        </p:nvGrpSpPr>
        <p:grpSpPr>
          <a:xfrm>
            <a:off x="10303866" y="4878718"/>
            <a:ext cx="1635664" cy="898463"/>
            <a:chOff x="4624960" y="1834551"/>
            <a:chExt cx="2398974" cy="1317746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68C29B9-4842-0A92-06CA-2CED69AC4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F24823F-B369-2EC6-8FA0-17C9B1E25D5F}"/>
                </a:ext>
              </a:extLst>
            </p:cNvPr>
            <p:cNvCxnSpPr>
              <a:cxnSpLocks/>
            </p:cNvCxnSpPr>
            <p:nvPr/>
          </p:nvCxnSpPr>
          <p:spPr>
            <a:xfrm>
              <a:off x="5618581" y="1834551"/>
              <a:ext cx="70252" cy="131774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A10265B5-C401-9D65-A84E-D0BD69C5C7C1}"/>
              </a:ext>
            </a:extLst>
          </p:cNvPr>
          <p:cNvSpPr txBox="1"/>
          <p:nvPr/>
        </p:nvSpPr>
        <p:spPr>
          <a:xfrm>
            <a:off x="2604062" y="5117907"/>
            <a:ext cx="2416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no cells here</a:t>
            </a:r>
          </a:p>
        </p:txBody>
      </p:sp>
    </p:spTree>
    <p:extLst>
      <p:ext uri="{BB962C8B-B14F-4D97-AF65-F5344CB8AC3E}">
        <p14:creationId xmlns:p14="http://schemas.microsoft.com/office/powerpoint/2010/main" val="4241397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100</Words>
  <Application>Microsoft Macintosh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Graham, Gabriel J.</dc:creator>
  <cp:lastModifiedBy>Graham, Gabriel J.</cp:lastModifiedBy>
  <cp:revision>3</cp:revision>
  <dcterms:created xsi:type="dcterms:W3CDTF">2026-04-25T05:48:52Z</dcterms:created>
  <dcterms:modified xsi:type="dcterms:W3CDTF">2026-04-25T15:40:52Z</dcterms:modified>
</cp:coreProperties>
</file>
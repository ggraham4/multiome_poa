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7"/>
    <p:restoredTop sz="94658"/>
  </p:normalViewPr>
  <p:slideViewPr>
    <p:cSldViewPr snapToGrid="0">
      <p:cViewPr>
        <p:scale>
          <a:sx n="76" d="100"/>
          <a:sy n="76" d="100"/>
        </p:scale>
        <p:origin x="56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06466-39D1-3041-4754-11F696744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718C5-429A-A1F7-7B1F-401AD6AB8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2EB0A-341F-FF26-014E-A8A1B3BB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98FDE-E221-29F1-7559-830A4766F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7CDEB-0859-DE88-B5D8-5AA5004C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2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E3D0-0142-3DCD-713F-4E37A6DF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D2554-0432-6F0E-7C6B-5D849A462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B6949-7AD3-F48A-CD78-1C4498EA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70B69-611E-A93B-D7DF-45D09B3F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DF074-04C5-4337-6CC7-409C1BCA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2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3007-62FC-395B-EB98-E36FCAA1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2AD0F-A8ED-DF55-1F31-BAABF92FF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98D50-8E74-6C35-796D-0E6DB84F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4599B-D5A2-AFB2-2D10-13E217D5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CDCE-B42C-A5A9-1FEB-2F8A1433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4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C572B-99AB-33C2-AC1E-8DEEC4EB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64D4B-D843-953B-4BB5-9A17131A27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FB595-FB20-E127-3A26-36D654AB1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4A963-D1C1-6A83-F496-FA2354AC5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417A8-AC2F-F3B5-F213-98543E4B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03DFA-1B82-4AE4-0687-D90929BF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5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0D71-8090-DDBE-5197-6AE2C071C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78572-5E6F-E5FA-E767-DD505E146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BEAFD-56A9-501D-64A1-B6110D10F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FDCEB-1AF9-4383-DA8A-4CA927098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DB1F0F-E65E-025B-C536-20C9E4EDB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7AC0A-C193-034B-CFF3-EF23A488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6801D4-BC61-312D-4068-B3C733B7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6AB3AD-C7B8-94C4-116C-0AA4C1B6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64FE9-748A-95B5-4618-76FFB9C5E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F1CA3-C736-D2CC-7AF6-D2321D0B5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2A6F0-ED3D-DD26-7200-BCF4BCE0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A16A9-D176-8A05-2789-73569298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B43FCD-D30E-FB8A-41FD-F02328E1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9BD92E-CB10-27BC-DC8D-41C01C016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862DE-5DDD-DEE0-FF73-283E954F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35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5908E-1A10-1423-3F78-5E96892D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FE66-358E-4C95-E78C-0CACB8045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BE29D-3006-4F5F-5E69-33AE5E3DA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9BFC5-2EE6-1079-11A3-1698A1E19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ABC2B-BCC6-0E18-9A3B-78E077C0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C63CE-23CA-EC70-8456-FF5CE143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1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C2466-55DD-CD01-FE71-39FC97C9E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D721C9-BA9B-B923-F8CE-D6B0F1236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4EB73-E945-EAF1-73FE-F2274BEEB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13230-A79E-FEEB-49B2-004D49BE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B9122-D898-1A99-4052-56849D92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9FB19-FAF1-0493-9A8B-DDFC5909A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6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E100-BDA1-872B-6B6D-04F1C350B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7DB69-0E62-E297-575E-6C67F9DBB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87258-4C3E-1D04-2F6A-AF8D49C1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94103-658F-F2F3-3ABA-02C902D2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B75B3-D8C5-458C-56DD-D590717C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2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C3898-BCEB-1A0C-E239-CF447D537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C2112-13B6-2A16-FC5A-F38D1A90A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28059-65D6-5769-4CB9-07C257E5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2AE05-2E70-398A-90AA-72AE59B23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F08DC-8B1B-2E44-884B-70D451B6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26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E29A7-A7DE-73F5-1F62-0B2E1070E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8DE6E-7ADE-34F1-AA70-74624F615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FD683-3B0C-B539-1DD9-B131B7C8D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7B74B-E75E-F743-A147-E022B77C70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CFC8-EA75-6786-D48D-B4D175915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AE83C-7A66-3531-E306-15773CCD9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FEADD-CDF0-984F-9EEA-FB6D10B5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4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9F7C3C-C1C1-33D9-AB93-79A2457D6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025" b="12847"/>
          <a:stretch>
            <a:fillRect/>
          </a:stretch>
        </p:blipFill>
        <p:spPr>
          <a:xfrm rot="2307686">
            <a:off x="609774" y="893610"/>
            <a:ext cx="1742554" cy="20476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928FD5-6E9B-1C22-0487-1B484A47E30D}"/>
              </a:ext>
            </a:extLst>
          </p:cNvPr>
          <p:cNvSpPr txBox="1"/>
          <p:nvPr/>
        </p:nvSpPr>
        <p:spPr>
          <a:xfrm>
            <a:off x="739036" y="175364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4P5_D1_</a:t>
            </a:r>
            <a:r>
              <a:rPr lang="en-US" b="1" dirty="0"/>
              <a:t>A1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08B327-7636-4D95-FBFE-B9C038CF62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282"/>
          <a:stretch>
            <a:fillRect/>
          </a:stretch>
        </p:blipFill>
        <p:spPr>
          <a:xfrm flipH="1">
            <a:off x="5590946" y="1013847"/>
            <a:ext cx="1951144" cy="2349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1EAE25-FE4A-BDE0-3458-5D52264C469E}"/>
              </a:ext>
            </a:extLst>
          </p:cNvPr>
          <p:cNvSpPr txBox="1"/>
          <p:nvPr/>
        </p:nvSpPr>
        <p:spPr>
          <a:xfrm>
            <a:off x="3881535" y="372447"/>
            <a:ext cx="761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Truthfully these ones I have no clue clearly </a:t>
            </a:r>
            <a:r>
              <a:rPr lang="en-US" dirty="0" err="1"/>
              <a:t>theyre</a:t>
            </a:r>
            <a:r>
              <a:rPr lang="en-US" dirty="0"/>
              <a:t> anterior but nothing looks</a:t>
            </a:r>
          </a:p>
          <a:p>
            <a:r>
              <a:rPr lang="en-US" dirty="0"/>
              <a:t>like them and has a similar </a:t>
            </a:r>
            <a:r>
              <a:rPr lang="en-US" dirty="0" err="1"/>
              <a:t>nissl</a:t>
            </a:r>
            <a:r>
              <a:rPr lang="en-US" dirty="0"/>
              <a:t> pattern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1B0369-B01F-ABE9-926C-25E920F17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984"/>
          <a:stretch>
            <a:fillRect/>
          </a:stretch>
        </p:blipFill>
        <p:spPr>
          <a:xfrm>
            <a:off x="495025" y="3290186"/>
            <a:ext cx="1949595" cy="3392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27FA42-9014-EBF9-7938-DE013CD5B3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265"/>
          <a:stretch>
            <a:fillRect/>
          </a:stretch>
        </p:blipFill>
        <p:spPr>
          <a:xfrm flipH="1">
            <a:off x="6168807" y="3290186"/>
            <a:ext cx="2222438" cy="3392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F4AB0E-5B33-D3C6-1522-B36CFABFA4B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45610" t="19299"/>
          <a:stretch>
            <a:fillRect/>
          </a:stretch>
        </p:blipFill>
        <p:spPr>
          <a:xfrm>
            <a:off x="2347547" y="5556739"/>
            <a:ext cx="1530835" cy="9288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BF497F-51DE-E8FA-4237-B99B1E6D64DC}"/>
              </a:ext>
            </a:extLst>
          </p:cNvPr>
          <p:cNvSpPr txBox="1"/>
          <p:nvPr/>
        </p:nvSpPr>
        <p:spPr>
          <a:xfrm>
            <a:off x="3806743" y="603009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176363D-7304-E55E-9437-42034D69309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52119"/>
          <a:stretch>
            <a:fillRect/>
          </a:stretch>
        </p:blipFill>
        <p:spPr>
          <a:xfrm>
            <a:off x="2394536" y="3429000"/>
            <a:ext cx="1530836" cy="160300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FCC25A-E3AC-141D-A5DB-9DE1BD9EE07A}"/>
              </a:ext>
            </a:extLst>
          </p:cNvPr>
          <p:cNvSpPr txBox="1"/>
          <p:nvPr/>
        </p:nvSpPr>
        <p:spPr>
          <a:xfrm>
            <a:off x="4114800" y="408622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0F45592-90CF-220B-4FDA-58C9DFA3E37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 l="48155"/>
          <a:stretch>
            <a:fillRect/>
          </a:stretch>
        </p:blipFill>
        <p:spPr>
          <a:xfrm>
            <a:off x="2347547" y="4927285"/>
            <a:ext cx="1512093" cy="74266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1D03278-A06D-4059-16A5-D5F4D9C6253C}"/>
              </a:ext>
            </a:extLst>
          </p:cNvPr>
          <p:cNvSpPr txBox="1"/>
          <p:nvPr/>
        </p:nvSpPr>
        <p:spPr>
          <a:xfrm>
            <a:off x="3621419" y="525513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8B6591-4EB9-F7A2-3759-4C0F0EF34E9C}"/>
              </a:ext>
            </a:extLst>
          </p:cNvPr>
          <p:cNvGrpSpPr/>
          <p:nvPr/>
        </p:nvGrpSpPr>
        <p:grpSpPr>
          <a:xfrm>
            <a:off x="4123487" y="4479588"/>
            <a:ext cx="1635664" cy="898463"/>
            <a:chOff x="4624960" y="1834551"/>
            <a:chExt cx="2398974" cy="131774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B089B2F-1576-23AD-F452-121AEAEBA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B693B57-E006-33BD-3758-E67D691D096B}"/>
                </a:ext>
              </a:extLst>
            </p:cNvPr>
            <p:cNvCxnSpPr>
              <a:cxnSpLocks/>
            </p:cNvCxnSpPr>
            <p:nvPr/>
          </p:nvCxnSpPr>
          <p:spPr>
            <a:xfrm>
              <a:off x="5540034" y="1834551"/>
              <a:ext cx="227990" cy="1249612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0E49F298-9B50-3993-F55D-38E02869489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45610" t="19299"/>
          <a:stretch>
            <a:fillRect/>
          </a:stretch>
        </p:blipFill>
        <p:spPr>
          <a:xfrm>
            <a:off x="8404491" y="5556739"/>
            <a:ext cx="1530835" cy="92881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FC7D906-BBFD-496E-B534-3280BD64E671}"/>
              </a:ext>
            </a:extLst>
          </p:cNvPr>
          <p:cNvSpPr txBox="1"/>
          <p:nvPr/>
        </p:nvSpPr>
        <p:spPr>
          <a:xfrm>
            <a:off x="9863687" y="603009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C86DA51-79A3-C806-52A8-BD098F3053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52119"/>
          <a:stretch>
            <a:fillRect/>
          </a:stretch>
        </p:blipFill>
        <p:spPr>
          <a:xfrm>
            <a:off x="8451480" y="3429000"/>
            <a:ext cx="1530836" cy="160300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E36E685-4255-FB8B-156D-09763DC2267C}"/>
              </a:ext>
            </a:extLst>
          </p:cNvPr>
          <p:cNvSpPr txBox="1"/>
          <p:nvPr/>
        </p:nvSpPr>
        <p:spPr>
          <a:xfrm>
            <a:off x="10171744" y="408622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4BF1652-F913-79E1-32DA-F19DD644E55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 l="48155"/>
          <a:stretch>
            <a:fillRect/>
          </a:stretch>
        </p:blipFill>
        <p:spPr>
          <a:xfrm>
            <a:off x="8404491" y="4927285"/>
            <a:ext cx="1512093" cy="74266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2D59D11-6340-D0EF-0DB6-5C03DF6EA914}"/>
              </a:ext>
            </a:extLst>
          </p:cNvPr>
          <p:cNvSpPr txBox="1"/>
          <p:nvPr/>
        </p:nvSpPr>
        <p:spPr>
          <a:xfrm>
            <a:off x="9678363" y="525513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8FCDA37-41B0-34E2-2F8F-7156C719BA4B}"/>
              </a:ext>
            </a:extLst>
          </p:cNvPr>
          <p:cNvGrpSpPr/>
          <p:nvPr/>
        </p:nvGrpSpPr>
        <p:grpSpPr>
          <a:xfrm>
            <a:off x="10565931" y="4531784"/>
            <a:ext cx="1635664" cy="898463"/>
            <a:chOff x="4624960" y="1834551"/>
            <a:chExt cx="2398974" cy="1317746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AF790F8-8D93-C42A-49B7-0F9C9154C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5CD226A-365E-52E8-B4BB-AA30D7456896}"/>
                </a:ext>
              </a:extLst>
            </p:cNvPr>
            <p:cNvCxnSpPr>
              <a:cxnSpLocks/>
            </p:cNvCxnSpPr>
            <p:nvPr/>
          </p:nvCxnSpPr>
          <p:spPr>
            <a:xfrm>
              <a:off x="5540034" y="1834551"/>
              <a:ext cx="227990" cy="1249612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7428839B-04E8-6D84-D97C-6B5EA080206D}"/>
              </a:ext>
            </a:extLst>
          </p:cNvPr>
          <p:cNvSpPr txBox="1"/>
          <p:nvPr/>
        </p:nvSpPr>
        <p:spPr>
          <a:xfrm>
            <a:off x="8010632" y="6246625"/>
            <a:ext cx="45958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 think both hemispheres are in the same plane but this one is more posterior but not enough to change the sections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FF5D557-0B71-40B1-B10F-3EAB8EFEE9C4}"/>
              </a:ext>
            </a:extLst>
          </p:cNvPr>
          <p:cNvCxnSpPr>
            <a:cxnSpLocks/>
          </p:cNvCxnSpPr>
          <p:nvPr/>
        </p:nvCxnSpPr>
        <p:spPr>
          <a:xfrm flipH="1" flipV="1">
            <a:off x="1878227" y="6021146"/>
            <a:ext cx="6119159" cy="647954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2ACCECC-73FF-481C-D90B-684421BCA6D7}"/>
              </a:ext>
            </a:extLst>
          </p:cNvPr>
          <p:cNvCxnSpPr>
            <a:cxnSpLocks/>
            <a:stCxn id="38" idx="1"/>
          </p:cNvCxnSpPr>
          <p:nvPr/>
        </p:nvCxnSpPr>
        <p:spPr>
          <a:xfrm flipH="1" flipV="1">
            <a:off x="7962458" y="6153665"/>
            <a:ext cx="48174" cy="462292"/>
          </a:xfrm>
          <a:prstGeom prst="straightConnector1">
            <a:avLst/>
          </a:prstGeom>
          <a:ln w="50800">
            <a:solidFill>
              <a:srgbClr val="FF0000">
                <a:alpha val="99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8FE876B-8C6B-571A-E228-AA1334E9B8CA}"/>
              </a:ext>
            </a:extLst>
          </p:cNvPr>
          <p:cNvCxnSpPr>
            <a:cxnSpLocks/>
          </p:cNvCxnSpPr>
          <p:nvPr/>
        </p:nvCxnSpPr>
        <p:spPr>
          <a:xfrm flipH="1">
            <a:off x="1572201" y="3013106"/>
            <a:ext cx="1813550" cy="113526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38464FF-50AD-DD61-A5F6-AD9835563A4E}"/>
              </a:ext>
            </a:extLst>
          </p:cNvPr>
          <p:cNvCxnSpPr>
            <a:cxnSpLocks/>
          </p:cNvCxnSpPr>
          <p:nvPr/>
        </p:nvCxnSpPr>
        <p:spPr>
          <a:xfrm>
            <a:off x="3509053" y="3073024"/>
            <a:ext cx="3418070" cy="1197867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9FB89A0-DE2E-5AF1-D3DB-899BC4713A28}"/>
              </a:ext>
            </a:extLst>
          </p:cNvPr>
          <p:cNvSpPr txBox="1"/>
          <p:nvPr/>
        </p:nvSpPr>
        <p:spPr>
          <a:xfrm>
            <a:off x="5075789" y="122201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4P5_D1_</a:t>
            </a:r>
            <a:r>
              <a:rPr lang="en-US" b="1" dirty="0"/>
              <a:t>A2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BF747C-33E5-5D1E-6A25-CF010B2F09A5}"/>
              </a:ext>
            </a:extLst>
          </p:cNvPr>
          <p:cNvSpPr txBox="1"/>
          <p:nvPr/>
        </p:nvSpPr>
        <p:spPr>
          <a:xfrm>
            <a:off x="154230" y="309095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4P5_D1_</a:t>
            </a:r>
            <a:r>
              <a:rPr lang="en-US" b="1" dirty="0"/>
              <a:t>B1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969D3A-9D32-F367-5C3C-4EA8260CB076}"/>
              </a:ext>
            </a:extLst>
          </p:cNvPr>
          <p:cNvSpPr txBox="1"/>
          <p:nvPr/>
        </p:nvSpPr>
        <p:spPr>
          <a:xfrm>
            <a:off x="5522816" y="317386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4P5_D1_</a:t>
            </a:r>
            <a:r>
              <a:rPr lang="en-US" b="1" dirty="0"/>
              <a:t>B2</a:t>
            </a:r>
          </a:p>
        </p:txBody>
      </p:sp>
    </p:spTree>
    <p:extLst>
      <p:ext uri="{BB962C8B-B14F-4D97-AF65-F5344CB8AC3E}">
        <p14:creationId xmlns:p14="http://schemas.microsoft.com/office/powerpoint/2010/main" val="44171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E08D0C-11D8-537F-3D53-0D638F0ED3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236"/>
          <a:stretch>
            <a:fillRect/>
          </a:stretch>
        </p:blipFill>
        <p:spPr>
          <a:xfrm>
            <a:off x="324538" y="713833"/>
            <a:ext cx="1296874" cy="27151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85203C-543C-375A-9FBC-574EB75CF5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267"/>
          <a:stretch>
            <a:fillRect/>
          </a:stretch>
        </p:blipFill>
        <p:spPr>
          <a:xfrm flipH="1">
            <a:off x="5548557" y="866233"/>
            <a:ext cx="1540399" cy="27151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EF77ED-E406-213F-B4B5-F460BA5B70A2}"/>
              </a:ext>
            </a:extLst>
          </p:cNvPr>
          <p:cNvSpPr txBox="1"/>
          <p:nvPr/>
        </p:nvSpPr>
        <p:spPr>
          <a:xfrm>
            <a:off x="2539659" y="215124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CA103-840F-3A8F-CB6A-7D6183C7B8C1}"/>
              </a:ext>
            </a:extLst>
          </p:cNvPr>
          <p:cNvSpPr txBox="1"/>
          <p:nvPr/>
        </p:nvSpPr>
        <p:spPr>
          <a:xfrm>
            <a:off x="3204943" y="357186"/>
            <a:ext cx="29313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Not super confident about this one cause</a:t>
            </a:r>
          </a:p>
          <a:p>
            <a:r>
              <a:rPr lang="en-US" sz="1200" dirty="0"/>
              <a:t>There should be an arrowhead structure</a:t>
            </a:r>
          </a:p>
          <a:p>
            <a:r>
              <a:rPr lang="en-US" sz="1200" dirty="0"/>
              <a:t>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388BF8-733B-F70B-6B9F-0B92B7C791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51672" t="26270" b="17284"/>
          <a:stretch>
            <a:fillRect/>
          </a:stretch>
        </p:blipFill>
        <p:spPr>
          <a:xfrm>
            <a:off x="1621412" y="1812757"/>
            <a:ext cx="1449051" cy="9986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19B2AA-06B0-6F35-AA90-69D4C92D3AD5}"/>
              </a:ext>
            </a:extLst>
          </p:cNvPr>
          <p:cNvSpPr txBox="1"/>
          <p:nvPr/>
        </p:nvSpPr>
        <p:spPr>
          <a:xfrm>
            <a:off x="2652075" y="2402780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1513141-A76B-2F70-6B72-C6A9DF515B2C}"/>
              </a:ext>
            </a:extLst>
          </p:cNvPr>
          <p:cNvCxnSpPr/>
          <p:nvPr/>
        </p:nvCxnSpPr>
        <p:spPr>
          <a:xfrm flipH="1">
            <a:off x="2960173" y="1019503"/>
            <a:ext cx="1832544" cy="9249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2E50C054-6E49-980C-4170-AB658749770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48859" t="32883" b="40954"/>
          <a:stretch>
            <a:fillRect/>
          </a:stretch>
        </p:blipFill>
        <p:spPr>
          <a:xfrm>
            <a:off x="1658744" y="1494958"/>
            <a:ext cx="1449052" cy="3345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5EA66E7-0737-6812-FBA2-56CE44FD59BD}"/>
              </a:ext>
            </a:extLst>
          </p:cNvPr>
          <p:cNvSpPr txBox="1"/>
          <p:nvPr/>
        </p:nvSpPr>
        <p:spPr>
          <a:xfrm>
            <a:off x="2436311" y="136806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1DD623F-4C7A-249E-7529-4B3CC7FC6EF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8000"/>
          </a:blip>
          <a:srcRect l="50000" t="26510"/>
          <a:stretch>
            <a:fillRect/>
          </a:stretch>
        </p:blipFill>
        <p:spPr>
          <a:xfrm>
            <a:off x="1671596" y="2811378"/>
            <a:ext cx="1085072" cy="3693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EBC376F-DFDC-F6CB-FA3C-D566A681F042}"/>
              </a:ext>
            </a:extLst>
          </p:cNvPr>
          <p:cNvSpPr txBox="1"/>
          <p:nvPr/>
        </p:nvSpPr>
        <p:spPr>
          <a:xfrm>
            <a:off x="2317913" y="30153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F0072C-72EB-F0B7-7673-103A9221BE17}"/>
              </a:ext>
            </a:extLst>
          </p:cNvPr>
          <p:cNvSpPr txBox="1"/>
          <p:nvPr/>
        </p:nvSpPr>
        <p:spPr>
          <a:xfrm>
            <a:off x="-12346" y="3677290"/>
            <a:ext cx="2200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Cant explain this missing divot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5A8F35-E415-BC4C-6359-E3BE2536E612}"/>
              </a:ext>
            </a:extLst>
          </p:cNvPr>
          <p:cNvCxnSpPr/>
          <p:nvPr/>
        </p:nvCxnSpPr>
        <p:spPr>
          <a:xfrm flipV="1">
            <a:off x="1058779" y="3015340"/>
            <a:ext cx="956510" cy="566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>
            <a:extLst>
              <a:ext uri="{FF2B5EF4-FFF2-40B4-BE49-F238E27FC236}">
                <a16:creationId xmlns:a16="http://schemas.microsoft.com/office/drawing/2014/main" id="{9B602689-CDE9-42B1-89CA-84CAC9871BCE}"/>
              </a:ext>
            </a:extLst>
          </p:cNvPr>
          <p:cNvSpPr/>
          <p:nvPr/>
        </p:nvSpPr>
        <p:spPr>
          <a:xfrm>
            <a:off x="1839476" y="959600"/>
            <a:ext cx="519110" cy="439468"/>
          </a:xfrm>
          <a:custGeom>
            <a:avLst/>
            <a:gdLst>
              <a:gd name="csX0" fmla="*/ 258738 w 519110"/>
              <a:gd name="csY0" fmla="*/ 12347 h 439468"/>
              <a:gd name="csX1" fmla="*/ 216628 w 519110"/>
              <a:gd name="csY1" fmla="*/ 6331 h 439468"/>
              <a:gd name="csX2" fmla="*/ 198580 w 519110"/>
              <a:gd name="csY2" fmla="*/ 315 h 439468"/>
              <a:gd name="csX3" fmla="*/ 96312 w 519110"/>
              <a:gd name="csY3" fmla="*/ 6331 h 439468"/>
              <a:gd name="csX4" fmla="*/ 42170 w 519110"/>
              <a:gd name="csY4" fmla="*/ 24378 h 439468"/>
              <a:gd name="csX5" fmla="*/ 24122 w 519110"/>
              <a:gd name="csY5" fmla="*/ 30394 h 439468"/>
              <a:gd name="csX6" fmla="*/ 59 w 519110"/>
              <a:gd name="csY6" fmla="*/ 66489 h 439468"/>
              <a:gd name="csX7" fmla="*/ 6075 w 519110"/>
              <a:gd name="csY7" fmla="*/ 138678 h 439468"/>
              <a:gd name="csX8" fmla="*/ 18107 w 519110"/>
              <a:gd name="csY8" fmla="*/ 186805 h 439468"/>
              <a:gd name="csX9" fmla="*/ 24122 w 519110"/>
              <a:gd name="csY9" fmla="*/ 216884 h 439468"/>
              <a:gd name="csX10" fmla="*/ 30138 w 519110"/>
              <a:gd name="csY10" fmla="*/ 240947 h 439468"/>
              <a:gd name="csX11" fmla="*/ 48186 w 519110"/>
              <a:gd name="csY11" fmla="*/ 337199 h 439468"/>
              <a:gd name="csX12" fmla="*/ 60217 w 519110"/>
              <a:gd name="csY12" fmla="*/ 373294 h 439468"/>
              <a:gd name="csX13" fmla="*/ 108343 w 519110"/>
              <a:gd name="csY13" fmla="*/ 427436 h 439468"/>
              <a:gd name="csX14" fmla="*/ 138422 w 519110"/>
              <a:gd name="csY14" fmla="*/ 433452 h 439468"/>
              <a:gd name="csX15" fmla="*/ 156470 w 519110"/>
              <a:gd name="csY15" fmla="*/ 439468 h 439468"/>
              <a:gd name="csX16" fmla="*/ 421165 w 519110"/>
              <a:gd name="csY16" fmla="*/ 433452 h 439468"/>
              <a:gd name="csX17" fmla="*/ 451243 w 519110"/>
              <a:gd name="csY17" fmla="*/ 427436 h 439468"/>
              <a:gd name="csX18" fmla="*/ 493354 w 519110"/>
              <a:gd name="csY18" fmla="*/ 415405 h 439468"/>
              <a:gd name="csX19" fmla="*/ 511401 w 519110"/>
              <a:gd name="csY19" fmla="*/ 355247 h 439468"/>
              <a:gd name="csX20" fmla="*/ 511401 w 519110"/>
              <a:gd name="csY20" fmla="*/ 174773 h 439468"/>
              <a:gd name="csX21" fmla="*/ 493354 w 519110"/>
              <a:gd name="csY21" fmla="*/ 150710 h 439468"/>
              <a:gd name="csX22" fmla="*/ 451243 w 519110"/>
              <a:gd name="csY22" fmla="*/ 84536 h 439468"/>
              <a:gd name="csX23" fmla="*/ 421165 w 519110"/>
              <a:gd name="csY23" fmla="*/ 60473 h 439468"/>
              <a:gd name="csX24" fmla="*/ 403117 w 519110"/>
              <a:gd name="csY24" fmla="*/ 36410 h 439468"/>
              <a:gd name="csX25" fmla="*/ 385070 w 519110"/>
              <a:gd name="csY25" fmla="*/ 30394 h 439468"/>
              <a:gd name="csX26" fmla="*/ 361007 w 519110"/>
              <a:gd name="csY26" fmla="*/ 18363 h 439468"/>
              <a:gd name="csX27" fmla="*/ 300849 w 519110"/>
              <a:gd name="csY27" fmla="*/ 315 h 439468"/>
              <a:gd name="csX28" fmla="*/ 258738 w 519110"/>
              <a:gd name="csY28" fmla="*/ 12347 h 439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519110" h="439468">
                <a:moveTo>
                  <a:pt x="258738" y="12347"/>
                </a:moveTo>
                <a:cubicBezTo>
                  <a:pt x="244701" y="13350"/>
                  <a:pt x="230532" y="9112"/>
                  <a:pt x="216628" y="6331"/>
                </a:cubicBezTo>
                <a:cubicBezTo>
                  <a:pt x="210410" y="5087"/>
                  <a:pt x="204921" y="315"/>
                  <a:pt x="198580" y="315"/>
                </a:cubicBezTo>
                <a:cubicBezTo>
                  <a:pt x="164432" y="315"/>
                  <a:pt x="130401" y="4326"/>
                  <a:pt x="96312" y="6331"/>
                </a:cubicBezTo>
                <a:lnTo>
                  <a:pt x="42170" y="24378"/>
                </a:lnTo>
                <a:lnTo>
                  <a:pt x="24122" y="30394"/>
                </a:lnTo>
                <a:cubicBezTo>
                  <a:pt x="16101" y="42426"/>
                  <a:pt x="-1142" y="52079"/>
                  <a:pt x="59" y="66489"/>
                </a:cubicBezTo>
                <a:cubicBezTo>
                  <a:pt x="2064" y="90552"/>
                  <a:pt x="3254" y="114697"/>
                  <a:pt x="6075" y="138678"/>
                </a:cubicBezTo>
                <a:cubicBezTo>
                  <a:pt x="11003" y="180566"/>
                  <a:pt x="10304" y="155589"/>
                  <a:pt x="18107" y="186805"/>
                </a:cubicBezTo>
                <a:cubicBezTo>
                  <a:pt x="20587" y="196725"/>
                  <a:pt x="21904" y="206903"/>
                  <a:pt x="24122" y="216884"/>
                </a:cubicBezTo>
                <a:cubicBezTo>
                  <a:pt x="25915" y="224955"/>
                  <a:pt x="28614" y="232821"/>
                  <a:pt x="30138" y="240947"/>
                </a:cubicBezTo>
                <a:cubicBezTo>
                  <a:pt x="36260" y="273595"/>
                  <a:pt x="38717" y="305635"/>
                  <a:pt x="48186" y="337199"/>
                </a:cubicBezTo>
                <a:cubicBezTo>
                  <a:pt x="51830" y="349347"/>
                  <a:pt x="53182" y="362742"/>
                  <a:pt x="60217" y="373294"/>
                </a:cubicBezTo>
                <a:cubicBezTo>
                  <a:pt x="74966" y="395419"/>
                  <a:pt x="83026" y="416184"/>
                  <a:pt x="108343" y="427436"/>
                </a:cubicBezTo>
                <a:cubicBezTo>
                  <a:pt x="117687" y="431589"/>
                  <a:pt x="128502" y="430972"/>
                  <a:pt x="138422" y="433452"/>
                </a:cubicBezTo>
                <a:cubicBezTo>
                  <a:pt x="144574" y="434990"/>
                  <a:pt x="150454" y="437463"/>
                  <a:pt x="156470" y="439468"/>
                </a:cubicBezTo>
                <a:lnTo>
                  <a:pt x="421165" y="433452"/>
                </a:lnTo>
                <a:cubicBezTo>
                  <a:pt x="431381" y="433035"/>
                  <a:pt x="441262" y="429654"/>
                  <a:pt x="451243" y="427436"/>
                </a:cubicBezTo>
                <a:cubicBezTo>
                  <a:pt x="473904" y="422400"/>
                  <a:pt x="473257" y="422103"/>
                  <a:pt x="493354" y="415405"/>
                </a:cubicBezTo>
                <a:cubicBezTo>
                  <a:pt x="508001" y="371467"/>
                  <a:pt x="502310" y="391614"/>
                  <a:pt x="511401" y="355247"/>
                </a:cubicBezTo>
                <a:cubicBezTo>
                  <a:pt x="518329" y="285969"/>
                  <a:pt x="524568" y="253774"/>
                  <a:pt x="511401" y="174773"/>
                </a:cubicBezTo>
                <a:cubicBezTo>
                  <a:pt x="509753" y="164883"/>
                  <a:pt x="498915" y="159052"/>
                  <a:pt x="493354" y="150710"/>
                </a:cubicBezTo>
                <a:cubicBezTo>
                  <a:pt x="486499" y="140427"/>
                  <a:pt x="458751" y="90543"/>
                  <a:pt x="451243" y="84536"/>
                </a:cubicBezTo>
                <a:cubicBezTo>
                  <a:pt x="441217" y="76515"/>
                  <a:pt x="430244" y="69552"/>
                  <a:pt x="421165" y="60473"/>
                </a:cubicBezTo>
                <a:cubicBezTo>
                  <a:pt x="414075" y="53383"/>
                  <a:pt x="410820" y="42829"/>
                  <a:pt x="403117" y="36410"/>
                </a:cubicBezTo>
                <a:cubicBezTo>
                  <a:pt x="398246" y="32351"/>
                  <a:pt x="390898" y="32892"/>
                  <a:pt x="385070" y="30394"/>
                </a:cubicBezTo>
                <a:cubicBezTo>
                  <a:pt x="376827" y="26861"/>
                  <a:pt x="369333" y="21693"/>
                  <a:pt x="361007" y="18363"/>
                </a:cubicBezTo>
                <a:cubicBezTo>
                  <a:pt x="347927" y="13131"/>
                  <a:pt x="317099" y="3270"/>
                  <a:pt x="300849" y="315"/>
                </a:cubicBezTo>
                <a:cubicBezTo>
                  <a:pt x="286898" y="-2222"/>
                  <a:pt x="272775" y="11344"/>
                  <a:pt x="258738" y="12347"/>
                </a:cubicBezTo>
                <a:close/>
              </a:path>
            </a:pathLst>
          </a:cu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FD5BBD-040F-CA42-B110-D4DAA403EE8A}"/>
              </a:ext>
            </a:extLst>
          </p:cNvPr>
          <p:cNvSpPr txBox="1"/>
          <p:nvPr/>
        </p:nvSpPr>
        <p:spPr>
          <a:xfrm>
            <a:off x="1488195" y="625798"/>
            <a:ext cx="13388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Probably part of Dm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F86445-484F-20BD-CA26-7C058232A563}"/>
              </a:ext>
            </a:extLst>
          </p:cNvPr>
          <p:cNvGrpSpPr/>
          <p:nvPr/>
        </p:nvGrpSpPr>
        <p:grpSpPr>
          <a:xfrm>
            <a:off x="3400109" y="2116877"/>
            <a:ext cx="1635664" cy="898463"/>
            <a:chOff x="4624960" y="1834551"/>
            <a:chExt cx="2398974" cy="1317746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37B739C-2420-6C0E-ABAF-6A00BC6BD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2B73795-49BD-50A2-6D55-3FE338603E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2886" y="1884959"/>
              <a:ext cx="260619" cy="9681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DB3300CE-E818-5CE2-FA9F-9141A7DB572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63000"/>
          </a:blip>
          <a:srcRect l="49945" t="19908" b="24117"/>
          <a:stretch>
            <a:fillRect/>
          </a:stretch>
        </p:blipFill>
        <p:spPr>
          <a:xfrm>
            <a:off x="7012745" y="1681089"/>
            <a:ext cx="1650954" cy="113028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E41E2D1-6410-B222-44E9-DF6CB29B859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 l="49972"/>
          <a:stretch>
            <a:fillRect/>
          </a:stretch>
        </p:blipFill>
        <p:spPr>
          <a:xfrm>
            <a:off x="7088956" y="1077169"/>
            <a:ext cx="958533" cy="86898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AE49377-7C1D-6580-AA34-A6E3EC12219D}"/>
              </a:ext>
            </a:extLst>
          </p:cNvPr>
          <p:cNvSpPr txBox="1"/>
          <p:nvPr/>
        </p:nvSpPr>
        <p:spPr>
          <a:xfrm>
            <a:off x="7844796" y="17597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AFE4C7-B895-9246-7D97-D6E46589602D}"/>
              </a:ext>
            </a:extLst>
          </p:cNvPr>
          <p:cNvSpPr txBox="1"/>
          <p:nvPr/>
        </p:nvSpPr>
        <p:spPr>
          <a:xfrm>
            <a:off x="7708302" y="126627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485369A-C353-2245-FF6C-6F60BBAA836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9489"/>
          <a:stretch>
            <a:fillRect/>
          </a:stretch>
        </p:blipFill>
        <p:spPr>
          <a:xfrm>
            <a:off x="7073059" y="2665997"/>
            <a:ext cx="1480085" cy="76300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7FB915D-2259-1553-7D43-D6C7DCA3DA59}"/>
              </a:ext>
            </a:extLst>
          </p:cNvPr>
          <p:cNvSpPr txBox="1"/>
          <p:nvPr/>
        </p:nvSpPr>
        <p:spPr>
          <a:xfrm>
            <a:off x="7844796" y="3059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50C0C9E-D219-27F4-3CCD-138E4690B5AF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2188321" y="3305024"/>
            <a:ext cx="5211720" cy="510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69CA8A8-D1F6-B780-BA47-04234A9606E3}"/>
              </a:ext>
            </a:extLst>
          </p:cNvPr>
          <p:cNvSpPr txBox="1"/>
          <p:nvPr/>
        </p:nvSpPr>
        <p:spPr>
          <a:xfrm>
            <a:off x="6274090" y="707837"/>
            <a:ext cx="307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this is more accurate?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DFF0EA1-9E75-A9E0-AAF4-D8FFF9FC78AC}"/>
              </a:ext>
            </a:extLst>
          </p:cNvPr>
          <p:cNvGrpSpPr/>
          <p:nvPr/>
        </p:nvGrpSpPr>
        <p:grpSpPr>
          <a:xfrm>
            <a:off x="9063013" y="1953548"/>
            <a:ext cx="1635664" cy="898463"/>
            <a:chOff x="4624960" y="1834551"/>
            <a:chExt cx="2398974" cy="1317746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D322F883-259C-A6D0-3BE9-3BFDCC55F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A9E0082-B6B8-7383-8953-DD6E8C876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27870" y="1884959"/>
              <a:ext cx="260619" cy="9681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0F24B0D2-E778-5DD4-C1B6-FA8DADFC1D13}"/>
              </a:ext>
            </a:extLst>
          </p:cNvPr>
          <p:cNvSpPr txBox="1"/>
          <p:nvPr/>
        </p:nvSpPr>
        <p:spPr>
          <a:xfrm>
            <a:off x="163793" y="409455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4P5_D1_</a:t>
            </a:r>
            <a:r>
              <a:rPr lang="en-US" b="1" dirty="0"/>
              <a:t>C1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067E29-E48E-3ACC-40FE-4985F36E6DB3}"/>
              </a:ext>
            </a:extLst>
          </p:cNvPr>
          <p:cNvSpPr txBox="1"/>
          <p:nvPr/>
        </p:nvSpPr>
        <p:spPr>
          <a:xfrm>
            <a:off x="6222982" y="195910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4P5_D1_</a:t>
            </a:r>
            <a:r>
              <a:rPr lang="en-US" b="1" dirty="0"/>
              <a:t>C2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23A9F4-52A7-662F-4AE1-6F59A0AAE433}"/>
              </a:ext>
            </a:extLst>
          </p:cNvPr>
          <p:cNvSpPr txBox="1"/>
          <p:nvPr/>
        </p:nvSpPr>
        <p:spPr>
          <a:xfrm>
            <a:off x="170790" y="4428971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4P5_D1_</a:t>
            </a:r>
            <a:r>
              <a:rPr lang="en-US" b="1" dirty="0"/>
              <a:t>D1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476B5E9-6953-DD01-9FC9-9F3417901ED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56443"/>
          <a:stretch>
            <a:fillRect/>
          </a:stretch>
        </p:blipFill>
        <p:spPr>
          <a:xfrm>
            <a:off x="1472076" y="4664001"/>
            <a:ext cx="873861" cy="189705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3901FC7-B415-50D2-5EA4-A13E3565264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1165"/>
          <a:stretch>
            <a:fillRect/>
          </a:stretch>
        </p:blipFill>
        <p:spPr>
          <a:xfrm flipH="1">
            <a:off x="5266832" y="4443194"/>
            <a:ext cx="1180369" cy="189705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0E087A2-FED0-67CC-1190-8B4AD46A3D84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70000"/>
          </a:blip>
          <a:srcRect l="50000"/>
          <a:stretch>
            <a:fillRect/>
          </a:stretch>
        </p:blipFill>
        <p:spPr>
          <a:xfrm>
            <a:off x="2331851" y="5717026"/>
            <a:ext cx="1136891" cy="66195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71C6BE46-934E-1B0C-7DDC-45C117082CED}"/>
              </a:ext>
            </a:extLst>
          </p:cNvPr>
          <p:cNvSpPr txBox="1"/>
          <p:nvPr/>
        </p:nvSpPr>
        <p:spPr>
          <a:xfrm>
            <a:off x="3037214" y="610068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31AC034D-CC3B-A34F-34F1-617E9129E7F2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/>
          </a:blip>
          <a:srcRect l="50700" b="15892"/>
          <a:stretch>
            <a:fillRect/>
          </a:stretch>
        </p:blipFill>
        <p:spPr>
          <a:xfrm>
            <a:off x="2358585" y="4712614"/>
            <a:ext cx="846357" cy="777321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42A0A147-A03F-41E1-927B-9379324C8CD2}"/>
              </a:ext>
            </a:extLst>
          </p:cNvPr>
          <p:cNvSpPr txBox="1"/>
          <p:nvPr/>
        </p:nvSpPr>
        <p:spPr>
          <a:xfrm>
            <a:off x="3252978" y="508479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A778D752-04F6-895E-B8B1-EAA15ECB6ED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/>
          </a:blip>
          <a:srcRect l="47988" t="30601" b="24901"/>
          <a:stretch>
            <a:fillRect/>
          </a:stretch>
        </p:blipFill>
        <p:spPr>
          <a:xfrm>
            <a:off x="2393972" y="5417263"/>
            <a:ext cx="927347" cy="292617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CC12A7B7-E4CD-C5BD-33BB-CA19E85A5324}"/>
              </a:ext>
            </a:extLst>
          </p:cNvPr>
          <p:cNvSpPr txBox="1"/>
          <p:nvPr/>
        </p:nvSpPr>
        <p:spPr>
          <a:xfrm>
            <a:off x="3085249" y="537890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662F68-283F-E7BF-544F-A6879EA11D04}"/>
              </a:ext>
            </a:extLst>
          </p:cNvPr>
          <p:cNvGrpSpPr/>
          <p:nvPr/>
        </p:nvGrpSpPr>
        <p:grpSpPr>
          <a:xfrm>
            <a:off x="3589995" y="4341461"/>
            <a:ext cx="1635664" cy="898463"/>
            <a:chOff x="4624960" y="1834551"/>
            <a:chExt cx="2398974" cy="1317746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C9C9886-9A9D-73E2-2D94-6E3C53875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7E16E2-69C8-B4FB-510C-D1CB16D3C7BB}"/>
                </a:ext>
              </a:extLst>
            </p:cNvPr>
            <p:cNvCxnSpPr>
              <a:cxnSpLocks/>
            </p:cNvCxnSpPr>
            <p:nvPr/>
          </p:nvCxnSpPr>
          <p:spPr>
            <a:xfrm>
              <a:off x="5406236" y="1962899"/>
              <a:ext cx="128201" cy="92019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51B12FC6-9D4E-9CCA-7BB4-770472A8D6EB}"/>
              </a:ext>
            </a:extLst>
          </p:cNvPr>
          <p:cNvSpPr txBox="1"/>
          <p:nvPr/>
        </p:nvSpPr>
        <p:spPr>
          <a:xfrm>
            <a:off x="5463638" y="397212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4P5_D1_</a:t>
            </a:r>
            <a:r>
              <a:rPr lang="en-US" b="1" dirty="0"/>
              <a:t>D2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C65A4A51-A1D7-99A1-DE2F-57A06E9F7277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76000"/>
          </a:blip>
          <a:srcRect l="51568" t="25948" b="9346"/>
          <a:stretch>
            <a:fillRect/>
          </a:stretch>
        </p:blipFill>
        <p:spPr>
          <a:xfrm>
            <a:off x="6423025" y="5337810"/>
            <a:ext cx="886124" cy="1104168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12A2D201-1029-F13C-E6DE-8BAF0BD52ECF}"/>
              </a:ext>
            </a:extLst>
          </p:cNvPr>
          <p:cNvSpPr txBox="1"/>
          <p:nvPr/>
        </p:nvSpPr>
        <p:spPr>
          <a:xfrm>
            <a:off x="7366000" y="573087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74665698-DADB-3455-8760-A8E5AE87D637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</a:blip>
          <a:srcRect l="48962"/>
          <a:stretch>
            <a:fillRect/>
          </a:stretch>
        </p:blipFill>
        <p:spPr>
          <a:xfrm>
            <a:off x="6447201" y="4779616"/>
            <a:ext cx="562951" cy="452201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811AB9D7-E5C9-FAA0-87ED-A956F4F402B4}"/>
              </a:ext>
            </a:extLst>
          </p:cNvPr>
          <p:cNvSpPr txBox="1"/>
          <p:nvPr/>
        </p:nvSpPr>
        <p:spPr>
          <a:xfrm>
            <a:off x="7118350" y="5054600"/>
            <a:ext cx="2446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Im</a:t>
            </a:r>
            <a:r>
              <a:rPr lang="en-US" dirty="0"/>
              <a:t> really guessing here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AF7B3B-BA39-C8DC-8A67-D6C404D8A54E}"/>
              </a:ext>
            </a:extLst>
          </p:cNvPr>
          <p:cNvSpPr txBox="1"/>
          <p:nvPr/>
        </p:nvSpPr>
        <p:spPr>
          <a:xfrm>
            <a:off x="7175653" y="472623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5C36B22-C803-5F02-69FB-486C17933794}"/>
              </a:ext>
            </a:extLst>
          </p:cNvPr>
          <p:cNvGrpSpPr/>
          <p:nvPr/>
        </p:nvGrpSpPr>
        <p:grpSpPr>
          <a:xfrm>
            <a:off x="8543906" y="3962704"/>
            <a:ext cx="1635664" cy="948198"/>
            <a:chOff x="4624960" y="1829839"/>
            <a:chExt cx="2398974" cy="1390691"/>
          </a:xfrm>
        </p:grpSpPr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6A116949-321C-FB0D-BCBF-A850A7F49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02BDC92-FFF3-00BE-06C9-9B021FC69AF2}"/>
                </a:ext>
              </a:extLst>
            </p:cNvPr>
            <p:cNvCxnSpPr>
              <a:cxnSpLocks/>
            </p:cNvCxnSpPr>
            <p:nvPr/>
          </p:nvCxnSpPr>
          <p:spPr>
            <a:xfrm>
              <a:off x="5505098" y="1829839"/>
              <a:ext cx="112936" cy="139069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3393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134</Words>
  <Application>Microsoft Macintosh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Graham, Gabriel J.</dc:creator>
  <cp:lastModifiedBy>Graham, Gabriel J.</cp:lastModifiedBy>
  <cp:revision>1</cp:revision>
  <dcterms:created xsi:type="dcterms:W3CDTF">2026-04-25T03:13:26Z</dcterms:created>
  <dcterms:modified xsi:type="dcterms:W3CDTF">2026-04-25T04:24:43Z</dcterms:modified>
</cp:coreProperties>
</file>